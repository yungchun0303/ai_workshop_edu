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media/image15.svg" ContentType="image/svg+xml"/>
  <Override PartName="/ppt/media/image2.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2" r:id="rId1"/>
  </p:sldMasterIdLst>
  <p:notesMasterIdLst>
    <p:notesMasterId r:id="rId3"/>
  </p:notesMasterIdLst>
  <p:sldIdLst>
    <p:sldId id="256" r:id="rId2"/>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240647-945F-4420-2BF3-6A3F96553581}" name="Meghan Doil" initials="MD" userId="S::Meghan@notionpartners.com::a8ec7eb1-6349-4529-b98e-40f78974ff70" providerId="AD"/>
  <p188:author id="{68575DE0-E424-2A10-766E-B786959A84E9}" name="Michelle Markee" initials="" userId="S::Michelle@notionpartners.com::55fc8d82-3871-406d-994c-c40c9b164ad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242A"/>
    <a:srgbClr val="5C646B"/>
    <a:srgbClr val="8C979A"/>
    <a:srgbClr val="8FD1C9"/>
    <a:srgbClr val="C41039"/>
    <a:srgbClr val="EBE8E5"/>
    <a:srgbClr val="009999"/>
    <a:srgbClr val="C08782"/>
    <a:srgbClr val="E7E7E7"/>
    <a:srgbClr val="F4EEE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60" autoAdjust="0"/>
    <p:restoredTop sz="90223" autoAdjust="0"/>
  </p:normalViewPr>
  <p:slideViewPr>
    <p:cSldViewPr snapToGrid="0" snapToObjects="1">
      <p:cViewPr>
        <p:scale>
          <a:sx n="130" d="100"/>
          <a:sy n="130" d="100"/>
        </p:scale>
        <p:origin x="808" y="624"/>
      </p:cViewPr>
      <p:guideLst/>
    </p:cSldViewPr>
  </p:slideViewPr>
  <p:outlineViewPr>
    <p:cViewPr>
      <p:scale>
        <a:sx n="33" d="100"/>
        <a:sy n="33" d="100"/>
      </p:scale>
      <p:origin x="0" y="-8563"/>
    </p:cViewPr>
  </p:outlineViewPr>
  <p:notesTextViewPr>
    <p:cViewPr>
      <p:scale>
        <a:sx n="100" d="100"/>
        <a:sy n="100" d="100"/>
      </p:scale>
      <p:origin x="0" y="0"/>
    </p:cViewPr>
  </p:notesTextViewPr>
  <p:sorterViewPr>
    <p:cViewPr>
      <p:scale>
        <a:sx n="54" d="100"/>
        <a:sy n="54"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8/10/relationships/authors" Target="authors.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E3AD09-9720-9047-BB14-484CD98DBB2F}" type="datetimeFigureOut">
              <a:rPr lang="en-US" smtClean="0"/>
              <a:t>9/25/25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380D64-6F43-4C4D-BE6A-3F3482AA5165}" type="slidenum">
              <a:rPr lang="en-US" smtClean="0"/>
              <a:t>‹#›</a:t>
            </a:fld>
            <a:endParaRPr lang="en-US"/>
          </a:p>
        </p:txBody>
      </p:sp>
    </p:spTree>
    <p:extLst>
      <p:ext uri="{BB962C8B-B14F-4D97-AF65-F5344CB8AC3E}">
        <p14:creationId xmlns:p14="http://schemas.microsoft.com/office/powerpoint/2010/main" val="425239001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(0.5 min)]</a:t>
            </a:r>
          </a:p>
          <a:p/>
          <a:p>
            <a:r>
              <a:t>A change of register after two hours of tools. Part 4 starts with the rules (what to do on Monday: data tiers, red lines, disclosure, a pre-flight checklist) and ends, if time allows, with the argument for why they matter (the op-ed). The closing quote is shown either way.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[Match the Data to the Workspace (3 min)]</a:t>
            </a:r>
          </a:p>
          <a:p/>
          <a:p>
            <a:r>
              <a:t>WashU facts from https://ai.washu.edu/tools and https://it.washu.edu/claude-for-education/ (accessed 2026-10-12), the same sources as Part 1, Slide 9. Other PHI-approved platforms at WashU are Ask WashU and ChatGPT Edu (chat, not Codex). Gemini's PHI status is inconsistent across WashU pages, so treat it as not approved unless the HIPAA Privacy Office (hipaa@wustl.edu) confirms. No agentic coding tool at WashU is approved for PHI.</a:t>
            </a:r>
          </a:p>
          <a:p/>
          <a:p>
            <a:r>
              <a:t>Personal vs. institutional accounts: institutional workspaces come with a university contract covering data handling. Personal consumer accounts are governed by the vendor's consumer terms, which can include different retention and model-training settings. Whatever you use, check the current terms yourself. Don't rely on a slide that will age.</a:t>
            </a:r>
          </a:p>
          <a:p/>
          <a:p>
            <a:r>
              <a:t>The last row matters for this audience: many education datasets (state longitudinal data, restricted-use NCES files) come with data use agreements that may prohibit any third-party processing. The agreement wins over the tool's approval.</a:t>
            </a:r>
          </a:p>
          <a:p/>
          <a:p/>
          <a:p>
            <a:r>
              <a:t>Reference if asked: FERPA vs. PHI (general orientation, not legal advice; confirm with the IRB, the HIPAA Privacy Office at hipaa@wustl.edu, and the data provider):</a:t>
            </a:r>
          </a:p>
          <a:p/>
          <a:p>
            <a:r>
              <a:t>FERPA  ·  HIPAA / PHI</a:t>
            </a:r>
          </a:p>
          <a:p>
            <a:r>
              <a:t>What it is: A law (1974) protecting education records and the personally identifiable information in them  ·  A law (1996); PHI (protected health information) is the category of data it protects</a:t>
            </a:r>
          </a:p>
          <a:p>
            <a:r>
              <a:t>Who it binds: Schools and universities that receive federal education funds  ·  "Covered entities" (health care providers, health plans, clearinghouses) and their business associates</a:t>
            </a:r>
          </a:p>
          <a:p>
            <a:r>
              <a:t>Examples: Grades, test scores, attendance, discipline, IEP records, student IDs  ·  Diagnoses, treatment, prescriptions, test results, billing, when they identify a patient</a:t>
            </a:r>
          </a:p>
          <a:p>
            <a:r>
              <a:t>De-identified when: No reasonable basis to re-identify a student (watch small cells and linkable combinations)  ·  18 identifiers removed (Safe Harbor) or an expert determination; then no longer PHI</a:t>
            </a:r>
          </a:p>
          <a:p>
            <a:r>
              <a:t>Research routes: De-identified data, or the "studies" exception under a written agreement (DUA) with the school or state agency (34 CFR 99.31(a)(6))  ·  Authorization, IRB waiver, de-identified data, or a limited data set under a DUA</a:t>
            </a:r>
          </a:p>
          <a:p/>
          <a:p>
            <a:r>
              <a:t>- Boundary cases: school nurse and student health-center records are generally FERPA education records, not PHI; HIPAA's definition of PHI excludes FERPA-covered records (45 CFR 160.103). Data held by WashU Medicine as a covered entity are PHI.</a:t>
            </a:r>
          </a:p>
          <a:p>
            <a:r>
              <a:t>- State education data (e.g., DESE): a student-year file with a research ID, ZIP, school, grade, and race is usually still treated as FERPA data even when called "de-identified," because combinations can re-identify students. The DUA governs what tools may process it.</a:t>
            </a:r>
          </a:p>
          <a:p>
            <a:r>
              <a:t>- WashU mapping: FERPA → Claude Edu, including Claude Code, if the DUA allows third-party processing. PHI → only a PHI-approved workspace (for Claude, Claude Secure chat), never an agentic tool.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Red Lines (3 min)]</a:t>
            </a:r>
          </a:p>
          <a:p/>
          <a:p>
            <a:r>
              <a:t>State each one firmly, then give one sentence of why:</a:t>
            </a:r>
          </a:p>
          <a:p>
            <a:r>
              <a:t>1. Callback to Part 1, Slide 9, and Part 2, Slide 2. The CLAUDE.md template says: "If this project contains PHI, stop: do not use Claude Code on it."</a:t>
            </a:r>
          </a:p>
          <a:p>
            <a:r>
              <a:t>2. Part 1, Slide 7: fabricated or inaccurate citations remain common, even in the most ambitious automated research systems (Lu et al., 2026, Nature). "Opened" means you have read the source, not just seen a reference that looks right.</a:t>
            </a:r>
          </a:p>
          <a:p>
            <a:r>
              <a:t>3. Part 1, Slide 7: annotation choices alone flipped about one in three hypothesis tests (Baumann et al., 2025, preprint). AI-assisted coding with a human codebook and validation against human coding is fine (Barany et al., 2024; Törnberg, 2024). AI-only is not. SAGE, which publishes AERA's journals, lists among prohibited uses "Conducting interviews with GenAI tools in lieu of participants" and "Analysis of experiences and themes" (sagepub.com AI policy, accessed 2026-10-12).</a:t>
            </a:r>
          </a:p>
          <a:p>
            <a:r>
              <a:t>4. Confidentiality: the manuscript isn't yours to share. NIH (NOT-OD-23-149) "prohibits NIH scientific peer reviewers from using… generative Artificial Intelligence (AI) technologies for analyzing and formulating peer review critiques." NSF: "reviewers are prohibited from uploading any content from proposals… to non-approved generative AI tools." APA: "Journal editors and reviewers may not enter materials from submitted manuscripts into generative AI." Elsevier: "Reviewers should not upload a submitted manuscript or any part of it into an AI tool." Some publishers (Elsevier, Springer Nature) allow private or secured tools in a supporting role, and AERA "strongly discourage[s]" it. The red line is the safe rule everywhere, because you rarely know which exception applies.</a:t>
            </a:r>
          </a:p>
          <a:p>
            <a:r>
              <a:t>5. The .gitignore lines come from part2_setup/project_template/.gitignore. Secrets go in .Renviron, read with Sys.getenv(), and CLAUDE.md never contains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to Disclose (1.5 min)]</a:t>
            </a:r>
          </a:p>
          <a:p/>
          <a:p>
            <a:r>
              <a:t>Verified 2026-10-12 against primary pages (APA and COPE via Wayback snapshots from September 2026, because the live pages block automated access):</a:t>
            </a:r>
          </a:p>
          <a:p/>
          <a:p>
            <a:r>
              <a:t>- AI is not an author. ICMJE (updated January 2026): AI tools "should not be listed as authors because they cannot be responsible for the accuracy, integrity, and originality of the work." The same rule appears in COPE, APA, Elsevier, Springer Nature, Taylor &amp; Francis, and Wiley; AERA allows AI "as an assistive tool, but not as a substitute author or reviewer."</a:t>
            </a:r>
          </a:p>
          <a:p>
            <a:r>
              <a:t>- Where to disclose. ICMJE: writing help in the acknowledgments; "data collection, analysis, or figure generation" in the methods; also in the cover letter. "Nondisclosure of AI use may require corrective action and may be construed as misconduct." APA (updated August 2025): "The use of AI must be disclosed in the methods section and cited"; its table sends extensive copyediting to the author note. Wiley: Acknowledgments for drafting and editing, Methods for analysis, figure captions for visuals. Elsevier (updated June 2026): a separate, published AI declaration, plus detail in Methods. SAGE: generative uses "require disclosure within the methods or acknowledgements." Taylor &amp; Francis: acknowledge "the full name of the tool used (with version number), how it was used and the reason for use."</a:t>
            </a:r>
          </a:p>
          <a:p>
            <a:r>
              <a:t>- Editing exemption differs. Exempt: Elsevier ("Basic checks of grammar, spelling and punctuation do not need a declaration statement"), Wiley ("Simple grammar correction, formatting, and word choice suggestions typically do not require disclosure"), SAGE, and AERA. Springer Nature permits language polishing as low-risk. Not exempt: APA ("may use, but must disclose, AI tools for specific purposes such as editing"); Taylor &amp; Francis ("any use"); ICMJE gives no exemption.</a:t>
            </a:r>
          </a:p>
          <a:p>
            <a:r>
              <a:t>- Literature search and ideas. APA's table places AI-generated literature lists and drafting under disclosure. Most others fold this into "any use" or "research process." Hence "check the venue."</a:t>
            </a:r>
          </a:p>
          <a:p>
            <a:r>
              <a:t>- Funders. NIH NOT-OD-25-132 (July 17, 2025): NIH "will not consider applications that are either substantially developed by AI, or contain sections substantially developed by AI, to be original ideas of applicants," and caps applications at six per PI per calendar year. NSF (December 14, 2023; updated May 21, 2026): "Proposers are encouraged to indicate in the project description the extent to which, if any, generative AI technology was used." No IES policy was found; confirm with a program officer.</a:t>
            </a:r>
          </a:p>
          <a:p/>
          <a:p>
            <a:r>
              <a:t>URLs: icmje.org/recommendations/browse/artificial-intelligence/ai-use-by-authors.html · publicationethics.org/guidance/cope-position/authorship-and-ai-tools · apa.org/pubs/journals/resources/publishing-tips/policy-generative-ai · aera.net/Portals/38/AERA%20AI%20Policy.pdf · elsevier.com/about/policies-and-standards/generative-ai-policies-for-journals · nature.com/nature-portfolio/editorial-policies/ai · taylorandfrancis.com/our-policies/ai-policy · authors.wiley.com/ethics-guidelines · sagepub.com/journals/publication-ethics-policies/artificial-intelligence-policy · grants.nih.gov/grants/guide/notice-files/NOT-OD-25-132.html · nsf.gov/news/notice-to-the-research-community-on-ai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Statements You Can Adapt (1.5 min)]</a:t>
            </a:r>
          </a:p>
          <a:p/>
          <a:p>
            <a:r>
              <a:t>These are templates, not legal language. Adapt them to the venue. Each says what the machine did and what the author did, which is what the op-ed asks of a contribution statement. Note the specifics a reader can check: version, dates, and where the scripts are. The third statement is the Part 3 workflow in one paragraph.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This a Contribution Statement? (2 min)]</a:t>
            </a:r>
          </a:p>
          <a:p/>
          <a:p>
            <a:r>
              <a:t>A callback to Part 3, step 05, which asked Claude for a draft disclosure listing "what Claude did in this project … and what the researcher decided." There is no break between Parts 3 and 4: copy it while the brief is on screen in step 05 (about 11:02–11:04) and paste it as Part 4 opens; Slides 1–5 give you about nine minutes to do so. If the live run produced no disclosure, use the analysis-assistance sample on Slide 5.</a:t>
            </a:r>
          </a:p>
          <a:p/>
          <a:p>
            <a:r>
              <a:t>Points to draw out: a list of tools is disclosure; a statement of who decided what is a contribution statement. Look for the researcher's decisions in it: approving the data fixes (step 01), choosing the designs (step 03), judging plausibility (step 04, raw vs. standardized: +23 vs. +13), and framing the claims (step 05). Those are where responsibility sits. If the draft says "Claude conducted the analysis," rewrite it aloud so that the researcher's choices appear.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Pipeline That Can Be Re-run Can Be Defended (1.5 min)]</a:t>
            </a:r>
          </a:p>
          <a:p/>
          <a:p>
            <a:r>
              <a:t>Tie Parts 2–3 back to the argument. The structure we built isn't only good practice; it is what lets a person "answer, out loud and in front of witnesses, for a claim." Question 4 is the bridge to the argument that follows (if time allows): if a committee asked you to extend this result, could you?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Suit (1 min)]</a:t>
            </a:r>
          </a:p>
          <a:p/>
          <a:p>
            <a:r>
              <a:t>From the op-ed's opening: "Everyone remembers the suit." By Avengers: Endgame, the decisive act isn't anything the suit does. It is Tony Stark at home, telling JARVIS to run one more simulation, then choosing to use what comes back at the cost of his life. The bold lines on the slide are the op-ed's own sentences. Tie it to the morning: in Part 3, the agent ran the simulations and the researcher chose the design and answered for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Different Things (1 min)]</a:t>
            </a:r>
          </a:p>
          <a:p/>
          <a:p>
            <a:r>
              <a:t>The op-ed's central distinction: "Two different things are going on in that scene, and universities have spent years confusing them." Everything that follows depends on keeping these two apart.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Proxy Broke (1.5 min)]</a:t>
            </a:r>
          </a:p>
          <a:p/>
          <a:p>
            <a:r>
              <a:t>Follow the op-ed's reasoning. Appointment, promotion, and tenure run on proxies that worked "for as long as producing a plausible scholarly artifact remained expensive." Generative AI removed that condition. The scholar who uses a model mechanically, "past the limit of their own scholarly conscience," is "answering it correctly. The system asked for artifacts." The op-ed's conclusion: "Any account of this as a failure of individual integrity mistakes an equilibrium for a lapse." Don't soften this. The argument is about institutions, not about bad individuals.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 Case Is Correct Text (1.5 min)]</a:t>
            </a:r>
          </a:p>
          <a:p/>
          <a:p>
            <a:r>
              <a:t>The op-ed's own sequence: Searle; then "the AI-hallucination panic has misled us," because detectors, disclosure forms, and watermarks target false or borrowed text, not correct text. Fan et al. is presented with the op-ed's own limits: "That is one study, and it is students in a setting whose whole purpose is learning." What survives: "The distance between an artifact and its author's understanding is real, and it is measurable." Dawson et al.: we treated AI as an integrity problem (who wrote this?) "when it is a measurement problem. … the instrument has lost its calibration."</a:t>
            </a:r>
          </a:p>
          <a:p/>
          <a:p>
            <a:r>
              <a:t>Citations (verified 2026-10-12):</a:t>
            </a:r>
          </a:p>
          <a:p>
            <a:r>
              <a:t>- Searle, J. R. (1980). Minds, brains, and programs. Behavioral and Brain Sciences, 3(3), 417–424.</a:t>
            </a:r>
          </a:p>
          <a:p>
            <a:r>
              <a:t>- Fan, Y., Tang, L., Le, H., et al. (2025). Beware of metacognitive laziness: Effects of generative artificial intelligence on learning motivation, processes, and performance. British Journal of Educational Technology, 56(2), 489–530. https://doi.org/10.1111/bjet.13544</a:t>
            </a:r>
          </a:p>
          <a:p>
            <a:r>
              <a:t>- Dawson, P., Bearman, M., Dollinger, M., &amp; Boud, D. (2024). Validity matters more than cheating. Assessment &amp; Evaluation in Higher Education, 49(7), 1005–1016. https://doi.org/10.1080/02602938.2024.2386662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[Demand What Can Be Demanded (1.5 min)]</a:t>
            </a:r>
          </a:p>
          <a:p/>
          <a:p>
            <a:r>
              <a:t>The op-ed considers the obvious repair, measuring understanding directly. Hills (2016) supplies the test: understanding shows up as the ability to explain in your own terms and draw new conclusions. "We already run that test … and call it the dissertation defense." The fatal objection isn't cost. It is that "a checkpoint measures what the system behind it will pay for, and ours pays for artifacts." But the defense is "less a measurement than an occasion, the one moment at which the institution makes a person answer, out loud and in front of witnesses, for a claim."</a:t>
            </a:r>
          </a:p>
          <a:p/>
          <a:p>
            <a:r>
              <a:t>Hence the three proposals on the slide, which are the op-ed's own: "None of that measures anyone's grasp. All of it is enforceable." For this audience the first one is what we just practiced on Slide 6.</a:t>
            </a:r>
          </a:p>
          <a:p/>
          <a:p>
            <a:r>
              <a:t>Citation: Hills, A. (2016). Understanding why. Noûs, 50(4), 661–688.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Am Iron Man" (0.5 min)]</a:t>
            </a:r>
          </a:p>
          <a:p/>
          <a:p>
            <a:r>
              <a:t>The op-ed's ending: Stark says "I am Iron Man" twice, eleven years apart. The first time, at the podium, it is "a claim about location—the achievement sits in him, not in the equipment." The second time, at the end of Endgame, it is "a claim about responsibility," spoken "at the moment the suit is purely an instrument, executing what a person decided and will pay for." Close on the op-ed's last two sentences (on the slide), then open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6.jpeg"/><Relationship Id="rId4" Type="http://schemas.openxmlformats.org/officeDocument/2006/relationships/image" Target="../media/image4.png"/><Relationship Id="rId5"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4.png"/><Relationship Id="rId4" Type="http://schemas.openxmlformats.org/officeDocument/2006/relationships/image" Target="../media/image15.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 Id="rId3" Type="http://schemas.openxmlformats.org/officeDocument/2006/relationships/image" Target="../media/image14.png"/><Relationship Id="rId4" Type="http://schemas.openxmlformats.org/officeDocument/2006/relationships/image" Target="../media/image15.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7.emf"/><Relationship Id="rId4" Type="http://schemas.openxmlformats.org/officeDocument/2006/relationships/image" Target="../media/image14.png"/><Relationship Id="rId5" Type="http://schemas.openxmlformats.org/officeDocument/2006/relationships/image" Target="../media/image15.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gif"/><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15.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eg"/><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15.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14.png"/><Relationship Id="rId4" Type="http://schemas.openxmlformats.org/officeDocument/2006/relationships/image" Target="../media/image15.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7.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eg"/><Relationship Id="rId3" Type="http://schemas.openxmlformats.org/officeDocument/2006/relationships/image" Target="../media/image22.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4.png"/><Relationship Id="rId4" Type="http://schemas.openxmlformats.org/officeDocument/2006/relationships/image" Target="../media/image1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22548E1-D411-DEF1-E24E-40436650157F}"/>
              </a:ext>
            </a:extLst>
          </p:cNvPr>
          <p:cNvSpPr/>
          <p:nvPr userDrawn="1"/>
        </p:nvSpPr>
        <p:spPr>
          <a:xfrm>
            <a:off x="393539" y="6134100"/>
            <a:ext cx="4130040" cy="597535"/>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422CF4B-9F6B-E5CF-44C0-5E3A7B34A6F4}"/>
              </a:ext>
            </a:extLst>
          </p:cNvPr>
          <p:cNvPicPr>
            <a:picLocks noChangeAspect="1"/>
          </p:cNvPicPr>
          <p:nvPr userDrawn="1"/>
        </p:nvPicPr>
        <p:blipFill>
          <a:blip r:embed="rId2"/>
          <a:srcRect l="50000"/>
          <a:stretch/>
        </p:blipFill>
        <p:spPr>
          <a:xfrm>
            <a:off x="0" y="0"/>
            <a:ext cx="2998240" cy="6858000"/>
          </a:xfrm>
          <a:prstGeom prst="rect">
            <a:avLst/>
          </a:prstGeom>
        </p:spPr>
      </p:pic>
      <p:pic>
        <p:nvPicPr>
          <p:cNvPr id="6" name="Graphic 5">
            <a:extLst>
              <a:ext uri="{FF2B5EF4-FFF2-40B4-BE49-F238E27FC236}">
                <a16:creationId xmlns:a16="http://schemas.microsoft.com/office/drawing/2014/main" id="{90864918-E79B-7A8B-4C60-23558A97CF83}"/>
              </a:ext>
            </a:extLst>
          </p:cNvPr>
          <p:cNvPicPr>
            <a:picLocks noChangeAspect="1"/>
          </p:cNvPicPr>
          <p:nvPr userDrawn="1"/>
        </p:nvPicPr>
        <p:blipFill>
          <a:blip r:embed="rId3">
            <a:extLst>
              <a:ext uri="{96DAC541-7B7A-43D3-8B79-37D633B846F1}">
                <asvg:svgBlip xmlns:asvg="http://schemas.microsoft.com/office/drawing/2016/SVG/main" r:embed="rId4"/>
              </a:ext>
            </a:extLst>
          </a:blip>
          <a:srcRect r="41021"/>
          <a:stretch>
            <a:fillRect/>
          </a:stretch>
        </p:blipFill>
        <p:spPr>
          <a:xfrm>
            <a:off x="3660140" y="1720629"/>
            <a:ext cx="2435860" cy="562388"/>
          </a:xfrm>
          <a:prstGeom prst="rect">
            <a:avLst/>
          </a:prstGeom>
        </p:spPr>
      </p:pic>
      <p:sp>
        <p:nvSpPr>
          <p:cNvPr id="8" name="Text Placeholder 15">
            <a:extLst>
              <a:ext uri="{FF2B5EF4-FFF2-40B4-BE49-F238E27FC236}">
                <a16:creationId xmlns:a16="http://schemas.microsoft.com/office/drawing/2014/main" id="{CF7FAA7F-60A9-60B1-A86E-874760113022}"/>
              </a:ext>
            </a:extLst>
          </p:cNvPr>
          <p:cNvSpPr>
            <a:spLocks noGrp="1"/>
          </p:cNvSpPr>
          <p:nvPr>
            <p:ph type="body" sz="quarter" idx="13"/>
          </p:nvPr>
        </p:nvSpPr>
        <p:spPr>
          <a:xfrm>
            <a:off x="3660140" y="2642024"/>
            <a:ext cx="8145780" cy="1797262"/>
          </a:xfrm>
        </p:spPr>
        <p:txBody>
          <a:bodyPr/>
          <a:lstStyle>
            <a:lvl1pPr>
              <a:defRPr sz="4400">
                <a:solidFill>
                  <a:schemeClr val="tx1"/>
                </a:solidFill>
              </a:defRPr>
            </a:lvl1pPr>
            <a:lvl2pPr>
              <a:spcBef>
                <a:spcPts val="6000"/>
              </a:spcBef>
              <a:defRPr sz="1800" b="1">
                <a:solidFill>
                  <a:schemeClr val="tx1">
                    <a:lumMod val="65000"/>
                    <a:lumOff val="35000"/>
                  </a:schemeClr>
                </a:solidFill>
              </a:defRPr>
            </a:lvl2pPr>
          </a:lstStyle>
          <a:p>
            <a:pPr lvl="0"/>
            <a:r>
              <a:rPr lang="en-US" dirty="0"/>
              <a:t>Click to edit Master text styles</a:t>
            </a:r>
          </a:p>
          <a:p>
            <a:pPr lvl="1"/>
            <a:r>
              <a:rPr lang="en-US" dirty="0"/>
              <a:t>Second level</a:t>
            </a:r>
          </a:p>
        </p:txBody>
      </p:sp>
      <p:cxnSp>
        <p:nvCxnSpPr>
          <p:cNvPr id="10" name="Straight Connector 9">
            <a:extLst>
              <a:ext uri="{FF2B5EF4-FFF2-40B4-BE49-F238E27FC236}">
                <a16:creationId xmlns:a16="http://schemas.microsoft.com/office/drawing/2014/main" id="{94FA57CF-6C6E-168E-2F7F-1158C0BEE878}"/>
              </a:ext>
            </a:extLst>
          </p:cNvPr>
          <p:cNvCxnSpPr>
            <a:cxnSpLocks/>
          </p:cNvCxnSpPr>
          <p:nvPr userDrawn="1"/>
        </p:nvCxnSpPr>
        <p:spPr>
          <a:xfrm>
            <a:off x="3660140" y="3462220"/>
            <a:ext cx="2034540"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17" name="Footer Placeholder 5">
            <a:extLst>
              <a:ext uri="{FF2B5EF4-FFF2-40B4-BE49-F238E27FC236}">
                <a16:creationId xmlns:a16="http://schemas.microsoft.com/office/drawing/2014/main" id="{BFF417B7-BA1B-C990-93ED-20D10BD3523F}"/>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8" name="Slide Number Placeholder 6">
            <a:extLst>
              <a:ext uri="{FF2B5EF4-FFF2-40B4-BE49-F238E27FC236}">
                <a16:creationId xmlns:a16="http://schemas.microsoft.com/office/drawing/2014/main" id="{955F34C6-03B5-47CC-EAC6-3F5653F8CFB8}"/>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3" name="Text Placeholder 2">
            <a:extLst>
              <a:ext uri="{FF2B5EF4-FFF2-40B4-BE49-F238E27FC236}">
                <a16:creationId xmlns:a16="http://schemas.microsoft.com/office/drawing/2014/main" id="{CC049CDA-75A6-0E73-DBA8-3993E947D961}"/>
              </a:ext>
            </a:extLst>
          </p:cNvPr>
          <p:cNvSpPr>
            <a:spLocks noGrp="1"/>
          </p:cNvSpPr>
          <p:nvPr>
            <p:ph type="body" sz="quarter" idx="14" hasCustomPrompt="1"/>
          </p:nvPr>
        </p:nvSpPr>
        <p:spPr>
          <a:xfrm>
            <a:off x="3660140" y="4439285"/>
            <a:ext cx="3197225" cy="419100"/>
          </a:xfrm>
        </p:spPr>
        <p:txBody>
          <a:bodyPr/>
          <a:lstStyle>
            <a:lvl1pPr marL="0" indent="0" algn="l" defTabSz="457200" rtl="0" eaLnBrk="1" latinLnBrk="0" hangingPunct="1">
              <a:lnSpc>
                <a:spcPct val="90000"/>
              </a:lnSpc>
              <a:spcBef>
                <a:spcPct val="20000"/>
              </a:spcBef>
              <a:buFont typeface="Arial"/>
              <a:buNone/>
              <a:tabLst/>
              <a:defRPr lang="en-US" sz="1400" b="0" i="0" kern="1200" dirty="0">
                <a:solidFill>
                  <a:schemeClr val="accent5"/>
                </a:solidFill>
                <a:latin typeface="+mn-lt"/>
                <a:ea typeface="+mn-ea"/>
                <a:cs typeface="+mn-cs"/>
              </a:defRPr>
            </a:lvl1pPr>
          </a:lstStyle>
          <a:p>
            <a:pPr lvl="0"/>
            <a:r>
              <a:rPr lang="en-US" dirty="0"/>
              <a:t>Date goes here</a:t>
            </a:r>
          </a:p>
        </p:txBody>
      </p:sp>
    </p:spTree>
    <p:extLst>
      <p:ext uri="{BB962C8B-B14F-4D97-AF65-F5344CB8AC3E}">
        <p14:creationId xmlns:p14="http://schemas.microsoft.com/office/powerpoint/2010/main" val="2406599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716F10-6790-8294-12D4-3833019EFBFB}"/>
              </a:ext>
            </a:extLst>
          </p:cNvPr>
          <p:cNvPicPr>
            <a:picLocks noChangeAspect="1"/>
          </p:cNvPicPr>
          <p:nvPr userDrawn="1"/>
        </p:nvPicPr>
        <p:blipFill>
          <a:blip r:embed="rId2"/>
          <a:srcRect l="50000"/>
          <a:stretch/>
        </p:blipFill>
        <p:spPr>
          <a:xfrm flipH="1">
            <a:off x="9193760" y="0"/>
            <a:ext cx="2998240" cy="6858000"/>
          </a:xfrm>
          <a:prstGeom prst="rect">
            <a:avLst/>
          </a:prstGeom>
        </p:spPr>
      </p:pic>
      <p:pic>
        <p:nvPicPr>
          <p:cNvPr id="15" name="Content Placeholder 4">
            <a:extLst>
              <a:ext uri="{FF2B5EF4-FFF2-40B4-BE49-F238E27FC236}">
                <a16:creationId xmlns:a16="http://schemas.microsoft.com/office/drawing/2014/main" id="{CBC87B14-0FFC-6198-5CA7-BB9431393B7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 y="6238754"/>
            <a:ext cx="12192000" cy="619246"/>
          </a:xfrm>
          <a:prstGeom prst="rect">
            <a:avLst/>
          </a:prstGeom>
        </p:spPr>
      </p:pic>
      <p:pic>
        <p:nvPicPr>
          <p:cNvPr id="7" name="Graphic 6">
            <a:extLst>
              <a:ext uri="{FF2B5EF4-FFF2-40B4-BE49-F238E27FC236}">
                <a16:creationId xmlns:a16="http://schemas.microsoft.com/office/drawing/2014/main" id="{E4EC3F75-69F9-2C08-F055-BD90C356C06E}"/>
              </a:ext>
            </a:extLst>
          </p:cNvPr>
          <p:cNvPicPr>
            <a:picLocks noChangeAspect="1"/>
          </p:cNvPicPr>
          <p:nvPr userDrawn="1"/>
        </p:nvPicPr>
        <p:blipFill>
          <a:blip r:embed="rId4">
            <a:extLst>
              <a:ext uri="{96DAC541-7B7A-43D3-8B79-37D633B846F1}">
                <asvg:svgBlip xmlns:asvg="http://schemas.microsoft.com/office/drawing/2016/SVG/main" r:embed="rId5"/>
              </a:ext>
            </a:extLst>
          </a:blip>
          <a:srcRect r="42140"/>
          <a:stretch>
            <a:fillRect/>
          </a:stretch>
        </p:blipFill>
        <p:spPr>
          <a:xfrm>
            <a:off x="802079" y="1041717"/>
            <a:ext cx="2408954" cy="566928"/>
          </a:xfrm>
          <a:prstGeom prst="rect">
            <a:avLst/>
          </a:prstGeom>
        </p:spPr>
      </p:pic>
      <p:sp>
        <p:nvSpPr>
          <p:cNvPr id="8" name="Text Placeholder 15">
            <a:extLst>
              <a:ext uri="{FF2B5EF4-FFF2-40B4-BE49-F238E27FC236}">
                <a16:creationId xmlns:a16="http://schemas.microsoft.com/office/drawing/2014/main" id="{551975D7-9DC4-036D-19B5-938790318739}"/>
              </a:ext>
            </a:extLst>
          </p:cNvPr>
          <p:cNvSpPr>
            <a:spLocks noGrp="1"/>
          </p:cNvSpPr>
          <p:nvPr>
            <p:ph type="body" sz="quarter" idx="13"/>
          </p:nvPr>
        </p:nvSpPr>
        <p:spPr>
          <a:xfrm>
            <a:off x="802079" y="2079636"/>
            <a:ext cx="8145780" cy="1455410"/>
          </a:xfrm>
        </p:spPr>
        <p:txBody>
          <a:bodyPr/>
          <a:lstStyle>
            <a:lvl1pPr>
              <a:defRPr sz="4400">
                <a:solidFill>
                  <a:schemeClr val="tx1"/>
                </a:solidFill>
              </a:defRPr>
            </a:lvl1pPr>
            <a:lvl2pPr>
              <a:spcBef>
                <a:spcPts val="3000"/>
              </a:spcBef>
              <a:defRPr sz="1800" b="1">
                <a:solidFill>
                  <a:schemeClr val="tx1">
                    <a:lumMod val="65000"/>
                    <a:lumOff val="35000"/>
                  </a:schemeClr>
                </a:solidFill>
              </a:defRPr>
            </a:lvl2pPr>
          </a:lstStyle>
          <a:p>
            <a:pPr lvl="0"/>
            <a:r>
              <a:rPr lang="en-US" dirty="0"/>
              <a:t>Click to edit Master text styles</a:t>
            </a:r>
          </a:p>
          <a:p>
            <a:pPr lvl="1"/>
            <a:r>
              <a:rPr lang="en-US" dirty="0"/>
              <a:t>Second level</a:t>
            </a:r>
          </a:p>
        </p:txBody>
      </p:sp>
      <p:sp>
        <p:nvSpPr>
          <p:cNvPr id="13" name="TextBox 12">
            <a:extLst>
              <a:ext uri="{FF2B5EF4-FFF2-40B4-BE49-F238E27FC236}">
                <a16:creationId xmlns:a16="http://schemas.microsoft.com/office/drawing/2014/main" id="{806552A6-AC76-4702-722D-4879A234F34C}"/>
              </a:ext>
            </a:extLst>
          </p:cNvPr>
          <p:cNvSpPr txBox="1"/>
          <p:nvPr userDrawn="1"/>
        </p:nvSpPr>
        <p:spPr>
          <a:xfrm>
            <a:off x="802079"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18" name="Footer Placeholder 5">
            <a:extLst>
              <a:ext uri="{FF2B5EF4-FFF2-40B4-BE49-F238E27FC236}">
                <a16:creationId xmlns:a16="http://schemas.microsoft.com/office/drawing/2014/main" id="{09E0364A-5ACD-50B5-E100-9276E5A18762}"/>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9" name="Slide Number Placeholder 6">
            <a:extLst>
              <a:ext uri="{FF2B5EF4-FFF2-40B4-BE49-F238E27FC236}">
                <a16:creationId xmlns:a16="http://schemas.microsoft.com/office/drawing/2014/main" id="{C65694F4-5083-6131-E4C6-96AFFC17BED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
        <p:nvSpPr>
          <p:cNvPr id="2" name="Text Placeholder 2">
            <a:extLst>
              <a:ext uri="{FF2B5EF4-FFF2-40B4-BE49-F238E27FC236}">
                <a16:creationId xmlns:a16="http://schemas.microsoft.com/office/drawing/2014/main" id="{A066CD63-C27E-9D94-BFC5-3C2B52146AA2}"/>
              </a:ext>
            </a:extLst>
          </p:cNvPr>
          <p:cNvSpPr>
            <a:spLocks noGrp="1"/>
          </p:cNvSpPr>
          <p:nvPr>
            <p:ph type="body" sz="quarter" idx="14" hasCustomPrompt="1"/>
          </p:nvPr>
        </p:nvSpPr>
        <p:spPr>
          <a:xfrm>
            <a:off x="802079" y="3535045"/>
            <a:ext cx="3197225" cy="419100"/>
          </a:xfrm>
        </p:spPr>
        <p:txBody>
          <a:bodyPr/>
          <a:lstStyle>
            <a:lvl1pPr marL="0" indent="0" algn="l" defTabSz="457200" rtl="0" eaLnBrk="1" latinLnBrk="0" hangingPunct="1">
              <a:lnSpc>
                <a:spcPct val="90000"/>
              </a:lnSpc>
              <a:spcBef>
                <a:spcPct val="20000"/>
              </a:spcBef>
              <a:buFont typeface="Arial"/>
              <a:buNone/>
              <a:tabLst/>
              <a:defRPr lang="en-US" sz="1400" b="0" i="0" kern="1200" dirty="0">
                <a:solidFill>
                  <a:schemeClr val="accent5"/>
                </a:solidFill>
                <a:latin typeface="+mn-lt"/>
                <a:ea typeface="+mn-ea"/>
                <a:cs typeface="+mn-cs"/>
              </a:defRPr>
            </a:lvl1pPr>
          </a:lstStyle>
          <a:p>
            <a:pPr lvl="0"/>
            <a:r>
              <a:rPr lang="en-US" dirty="0"/>
              <a:t>Date goes here</a:t>
            </a:r>
          </a:p>
        </p:txBody>
      </p:sp>
    </p:spTree>
    <p:extLst>
      <p:ext uri="{BB962C8B-B14F-4D97-AF65-F5344CB8AC3E}">
        <p14:creationId xmlns:p14="http://schemas.microsoft.com/office/powerpoint/2010/main" val="288306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eader and Subhead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9A143-75D6-42B0-B93D-4D5487BFCDF2}"/>
              </a:ext>
            </a:extLst>
          </p:cNvPr>
          <p:cNvSpPr>
            <a:spLocks noGrp="1"/>
          </p:cNvSpPr>
          <p:nvPr>
            <p:ph type="title"/>
          </p:nvPr>
        </p:nvSpPr>
        <p:spPr>
          <a:xfrm>
            <a:off x="511427" y="437444"/>
            <a:ext cx="11167811" cy="614116"/>
          </a:xfrm>
        </p:spPr>
        <p:txBody>
          <a:bodyPr/>
          <a:lstStyle/>
          <a:p>
            <a:r>
              <a:rPr lang="en-US" dirty="0"/>
              <a:t>Click to edit Master title style</a:t>
            </a:r>
          </a:p>
        </p:txBody>
      </p:sp>
      <p:sp>
        <p:nvSpPr>
          <p:cNvPr id="6" name="Text Placeholder 5">
            <a:extLst>
              <a:ext uri="{FF2B5EF4-FFF2-40B4-BE49-F238E27FC236}">
                <a16:creationId xmlns:a16="http://schemas.microsoft.com/office/drawing/2014/main" id="{6671AC95-8698-5680-BA64-86571A8FF86B}"/>
              </a:ext>
            </a:extLst>
          </p:cNvPr>
          <p:cNvSpPr>
            <a:spLocks noGrp="1"/>
          </p:cNvSpPr>
          <p:nvPr>
            <p:ph type="body" sz="quarter" idx="12"/>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2" name="Footer Placeholder 5">
            <a:extLst>
              <a:ext uri="{FF2B5EF4-FFF2-40B4-BE49-F238E27FC236}">
                <a16:creationId xmlns:a16="http://schemas.microsoft.com/office/drawing/2014/main" id="{497D5A6A-7B14-D48F-CB02-107E7739309D}"/>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3" name="Slide Number Placeholder 6">
            <a:extLst>
              <a:ext uri="{FF2B5EF4-FFF2-40B4-BE49-F238E27FC236}">
                <a16:creationId xmlns:a16="http://schemas.microsoft.com/office/drawing/2014/main" id="{AAADD1CB-035A-F372-B750-3C92D6A1FB2A}"/>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324751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Header and Subhead Only">
    <p:spTree>
      <p:nvGrpSpPr>
        <p:cNvPr id="1" name=""/>
        <p:cNvGrpSpPr/>
        <p:nvPr/>
      </p:nvGrpSpPr>
      <p:grpSpPr>
        <a:xfrm>
          <a:off x="0" y="0"/>
          <a:ext cx="0" cy="0"/>
          <a:chOff x="0" y="0"/>
          <a:chExt cx="0" cy="0"/>
        </a:xfrm>
      </p:grpSpPr>
      <p:pic>
        <p:nvPicPr>
          <p:cNvPr id="3" name="Content Placeholder 4" descr="A red and green background&#10;&#10;AI-generated content may be incorrect.">
            <a:extLst>
              <a:ext uri="{FF2B5EF4-FFF2-40B4-BE49-F238E27FC236}">
                <a16:creationId xmlns:a16="http://schemas.microsoft.com/office/drawing/2014/main" id="{FD4370C0-4089-AEA2-CC5A-49F16AA4731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1950720"/>
          </a:xfrm>
          <a:prstGeom prst="rect">
            <a:avLst/>
          </a:prstGeom>
        </p:spPr>
      </p:pic>
      <p:sp>
        <p:nvSpPr>
          <p:cNvPr id="2" name="Title 1">
            <a:extLst>
              <a:ext uri="{FF2B5EF4-FFF2-40B4-BE49-F238E27FC236}">
                <a16:creationId xmlns:a16="http://schemas.microsoft.com/office/drawing/2014/main" id="{EB99A143-75D6-42B0-B93D-4D5487BFCDF2}"/>
              </a:ext>
            </a:extLst>
          </p:cNvPr>
          <p:cNvSpPr>
            <a:spLocks noGrp="1"/>
          </p:cNvSpPr>
          <p:nvPr>
            <p:ph type="title" hasCustomPrompt="1"/>
          </p:nvPr>
        </p:nvSpPr>
        <p:spPr>
          <a:xfrm>
            <a:off x="511427" y="437444"/>
            <a:ext cx="11167811" cy="614116"/>
          </a:xfrm>
        </p:spPr>
        <p:txBody>
          <a:bodyPr/>
          <a:lstStyle>
            <a:lvl1pPr>
              <a:defRPr>
                <a:solidFill>
                  <a:schemeClr val="bg1"/>
                </a:solidFill>
              </a:defRPr>
            </a:lvl1pPr>
          </a:lstStyle>
          <a:p>
            <a:r>
              <a:rPr lang="en-US" dirty="0"/>
              <a:t>Impact header slide</a:t>
            </a:r>
          </a:p>
        </p:txBody>
      </p:sp>
      <p:sp>
        <p:nvSpPr>
          <p:cNvPr id="6" name="Text Placeholder 5">
            <a:extLst>
              <a:ext uri="{FF2B5EF4-FFF2-40B4-BE49-F238E27FC236}">
                <a16:creationId xmlns:a16="http://schemas.microsoft.com/office/drawing/2014/main" id="{6671AC95-8698-5680-BA64-86571A8FF86B}"/>
              </a:ext>
            </a:extLst>
          </p:cNvPr>
          <p:cNvSpPr>
            <a:spLocks noGrp="1"/>
          </p:cNvSpPr>
          <p:nvPr>
            <p:ph type="body" sz="quarter" idx="12" hasCustomPrompt="1"/>
          </p:nvPr>
        </p:nvSpPr>
        <p:spPr>
          <a:xfrm>
            <a:off x="512763" y="1051561"/>
            <a:ext cx="11169916" cy="413346"/>
          </a:xfrm>
        </p:spPr>
        <p:txBody>
          <a:bodyPr>
            <a:normAutofit/>
          </a:bodyPr>
          <a:lstStyle>
            <a:lvl1pPr>
              <a:defRPr sz="1800">
                <a:solidFill>
                  <a:schemeClr val="bg1"/>
                </a:solidFill>
              </a:defRPr>
            </a:lvl1pPr>
          </a:lstStyle>
          <a:p>
            <a:pPr lvl="0"/>
            <a:r>
              <a:rPr lang="en-US" dirty="0"/>
              <a:t>Subhead placeholder</a:t>
            </a:r>
          </a:p>
        </p:txBody>
      </p:sp>
      <p:sp>
        <p:nvSpPr>
          <p:cNvPr id="12" name="Footer Placeholder 5">
            <a:extLst>
              <a:ext uri="{FF2B5EF4-FFF2-40B4-BE49-F238E27FC236}">
                <a16:creationId xmlns:a16="http://schemas.microsoft.com/office/drawing/2014/main" id="{497D5A6A-7B14-D48F-CB02-107E7739309D}"/>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3" name="Slide Number Placeholder 6">
            <a:extLst>
              <a:ext uri="{FF2B5EF4-FFF2-40B4-BE49-F238E27FC236}">
                <a16:creationId xmlns:a16="http://schemas.microsoft.com/office/drawing/2014/main" id="{AAADD1CB-035A-F372-B750-3C92D6A1FB2A}"/>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649461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8" name="Footer Placeholder 5">
            <a:extLst>
              <a:ext uri="{FF2B5EF4-FFF2-40B4-BE49-F238E27FC236}">
                <a16:creationId xmlns:a16="http://schemas.microsoft.com/office/drawing/2014/main" id="{56C9FE06-64EE-C25B-F18C-630C89E5E5A4}"/>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9" name="Slide Number Placeholder 6">
            <a:extLst>
              <a:ext uri="{FF2B5EF4-FFF2-40B4-BE49-F238E27FC236}">
                <a16:creationId xmlns:a16="http://schemas.microsoft.com/office/drawing/2014/main" id="{0876FF27-5FCA-80F6-A141-CE82FE49E4D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2724386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yebrow, Header, Subhead and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C16F-506C-1F4E-84FA-6B66623EDF47}"/>
              </a:ext>
            </a:extLst>
          </p:cNvPr>
          <p:cNvSpPr>
            <a:spLocks noGrp="1"/>
          </p:cNvSpPr>
          <p:nvPr>
            <p:ph type="title"/>
          </p:nvPr>
        </p:nvSpPr>
        <p:spPr>
          <a:xfrm>
            <a:off x="511427" y="708623"/>
            <a:ext cx="11167811" cy="614117"/>
          </a:xfrm>
        </p:spPr>
        <p:txBody>
          <a:bodyPr/>
          <a:lstStyle/>
          <a:p>
            <a:r>
              <a:rPr lang="en-US" dirty="0"/>
              <a:t>Click to edit Master title style</a:t>
            </a:r>
          </a:p>
        </p:txBody>
      </p:sp>
      <p:sp>
        <p:nvSpPr>
          <p:cNvPr id="5" name="Text Placeholder 5">
            <a:extLst>
              <a:ext uri="{FF2B5EF4-FFF2-40B4-BE49-F238E27FC236}">
                <a16:creationId xmlns:a16="http://schemas.microsoft.com/office/drawing/2014/main" id="{073B4726-A8F4-08FF-6507-4524E7544D20}"/>
              </a:ext>
            </a:extLst>
          </p:cNvPr>
          <p:cNvSpPr>
            <a:spLocks noGrp="1"/>
          </p:cNvSpPr>
          <p:nvPr>
            <p:ph type="body" sz="quarter" idx="12"/>
          </p:nvPr>
        </p:nvSpPr>
        <p:spPr>
          <a:xfrm>
            <a:off x="512763" y="1322740"/>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1DADE456-2FEC-6E8C-8BDC-0EB32B7352C0}"/>
              </a:ext>
            </a:extLst>
          </p:cNvPr>
          <p:cNvCxnSpPr>
            <a:cxnSpLocks/>
          </p:cNvCxnSpPr>
          <p:nvPr userDrawn="1"/>
        </p:nvCxnSpPr>
        <p:spPr>
          <a:xfrm>
            <a:off x="512763" y="619831"/>
            <a:ext cx="869901"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14" name="Text Placeholder 13">
            <a:extLst>
              <a:ext uri="{FF2B5EF4-FFF2-40B4-BE49-F238E27FC236}">
                <a16:creationId xmlns:a16="http://schemas.microsoft.com/office/drawing/2014/main" id="{FC59531D-1141-BBE9-8A89-93DE69D59CE5}"/>
              </a:ext>
            </a:extLst>
          </p:cNvPr>
          <p:cNvSpPr>
            <a:spLocks noGrp="1"/>
          </p:cNvSpPr>
          <p:nvPr>
            <p:ph type="body" sz="quarter" idx="13"/>
          </p:nvPr>
        </p:nvSpPr>
        <p:spPr>
          <a:xfrm>
            <a:off x="511175" y="1996440"/>
            <a:ext cx="11171238" cy="40005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Footer Placeholder 5">
            <a:extLst>
              <a:ext uri="{FF2B5EF4-FFF2-40B4-BE49-F238E27FC236}">
                <a16:creationId xmlns:a16="http://schemas.microsoft.com/office/drawing/2014/main" id="{C91AEADF-3622-2AB3-401A-88D3A20DDC80}"/>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6" name="Slide Number Placeholder 6">
            <a:extLst>
              <a:ext uri="{FF2B5EF4-FFF2-40B4-BE49-F238E27FC236}">
                <a16:creationId xmlns:a16="http://schemas.microsoft.com/office/drawing/2014/main" id="{A20AAE59-81C0-3F77-5EFF-205232CD68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8" name="Text Placeholder 16">
            <a:extLst>
              <a:ext uri="{FF2B5EF4-FFF2-40B4-BE49-F238E27FC236}">
                <a16:creationId xmlns:a16="http://schemas.microsoft.com/office/drawing/2014/main" id="{F7879DE5-46F4-5F51-D7AD-1FF2100F4FEC}"/>
              </a:ext>
            </a:extLst>
          </p:cNvPr>
          <p:cNvSpPr>
            <a:spLocks noGrp="1"/>
          </p:cNvSpPr>
          <p:nvPr>
            <p:ph type="body" sz="quarter" idx="14"/>
          </p:nvPr>
        </p:nvSpPr>
        <p:spPr>
          <a:xfrm>
            <a:off x="512763" y="305188"/>
            <a:ext cx="8631237" cy="314643"/>
          </a:xfrm>
        </p:spPr>
        <p:txBody>
          <a:bodyPr>
            <a:normAutofit/>
          </a:bodyPr>
          <a:lstStyle>
            <a:lvl1pPr>
              <a:defRPr sz="1400" i="0">
                <a:solidFill>
                  <a:schemeClr val="tx2"/>
                </a:solidFill>
              </a:defRPr>
            </a:lvl1pPr>
          </a:lstStyle>
          <a:p>
            <a:pPr lvl="0"/>
            <a:r>
              <a:rPr lang="en-US" dirty="0"/>
              <a:t>Click to edit Master text styles</a:t>
            </a:r>
          </a:p>
        </p:txBody>
      </p:sp>
    </p:spTree>
    <p:extLst>
      <p:ext uri="{BB962C8B-B14F-4D97-AF65-F5344CB8AC3E}">
        <p14:creationId xmlns:p14="http://schemas.microsoft.com/office/powerpoint/2010/main" val="141962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yebrow, Header, Subhead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C16F-506C-1F4E-84FA-6B66623EDF47}"/>
              </a:ext>
            </a:extLst>
          </p:cNvPr>
          <p:cNvSpPr>
            <a:spLocks noGrp="1"/>
          </p:cNvSpPr>
          <p:nvPr>
            <p:ph type="title"/>
          </p:nvPr>
        </p:nvSpPr>
        <p:spPr>
          <a:xfrm>
            <a:off x="511427" y="708623"/>
            <a:ext cx="11167811" cy="614117"/>
          </a:xfrm>
        </p:spPr>
        <p:txBody>
          <a:bodyPr/>
          <a:lstStyle/>
          <a:p>
            <a:r>
              <a:rPr lang="en-US" dirty="0"/>
              <a:t>Click to edit Master title style</a:t>
            </a:r>
          </a:p>
        </p:txBody>
      </p:sp>
      <p:sp>
        <p:nvSpPr>
          <p:cNvPr id="5" name="Text Placeholder 5">
            <a:extLst>
              <a:ext uri="{FF2B5EF4-FFF2-40B4-BE49-F238E27FC236}">
                <a16:creationId xmlns:a16="http://schemas.microsoft.com/office/drawing/2014/main" id="{073B4726-A8F4-08FF-6507-4524E7544D20}"/>
              </a:ext>
            </a:extLst>
          </p:cNvPr>
          <p:cNvSpPr>
            <a:spLocks noGrp="1"/>
          </p:cNvSpPr>
          <p:nvPr>
            <p:ph type="body" sz="quarter" idx="12"/>
          </p:nvPr>
        </p:nvSpPr>
        <p:spPr>
          <a:xfrm>
            <a:off x="512763" y="1322740"/>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1DADE456-2FEC-6E8C-8BDC-0EB32B7352C0}"/>
              </a:ext>
            </a:extLst>
          </p:cNvPr>
          <p:cNvCxnSpPr>
            <a:cxnSpLocks/>
          </p:cNvCxnSpPr>
          <p:nvPr userDrawn="1"/>
        </p:nvCxnSpPr>
        <p:spPr>
          <a:xfrm>
            <a:off x="512763" y="619831"/>
            <a:ext cx="869901"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18" name="Text Placeholder 16">
            <a:extLst>
              <a:ext uri="{FF2B5EF4-FFF2-40B4-BE49-F238E27FC236}">
                <a16:creationId xmlns:a16="http://schemas.microsoft.com/office/drawing/2014/main" id="{F7879DE5-46F4-5F51-D7AD-1FF2100F4FEC}"/>
              </a:ext>
            </a:extLst>
          </p:cNvPr>
          <p:cNvSpPr>
            <a:spLocks noGrp="1"/>
          </p:cNvSpPr>
          <p:nvPr>
            <p:ph type="body" sz="quarter" idx="14"/>
          </p:nvPr>
        </p:nvSpPr>
        <p:spPr>
          <a:xfrm>
            <a:off x="512763" y="305188"/>
            <a:ext cx="8631237" cy="314643"/>
          </a:xfrm>
        </p:spPr>
        <p:txBody>
          <a:bodyPr>
            <a:normAutofit/>
          </a:bodyPr>
          <a:lstStyle>
            <a:lvl1pPr>
              <a:defRPr sz="1400" i="0">
                <a:solidFill>
                  <a:schemeClr val="tx2"/>
                </a:solidFill>
              </a:defRPr>
            </a:lvl1pPr>
          </a:lstStyle>
          <a:p>
            <a:pPr lvl="0"/>
            <a:r>
              <a:rPr lang="en-US" dirty="0"/>
              <a:t>Click to edit Master text styles</a:t>
            </a:r>
          </a:p>
        </p:txBody>
      </p:sp>
      <p:sp>
        <p:nvSpPr>
          <p:cNvPr id="10" name="Footer Placeholder 5">
            <a:extLst>
              <a:ext uri="{FF2B5EF4-FFF2-40B4-BE49-F238E27FC236}">
                <a16:creationId xmlns:a16="http://schemas.microsoft.com/office/drawing/2014/main" id="{40E89BBD-2DB3-5F60-B4AC-F04E8A8E897B}"/>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3973030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E1F54-83F2-F09A-0540-B4F2FD1B513A}"/>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10" name="Text Placeholder 5">
            <a:extLst>
              <a:ext uri="{FF2B5EF4-FFF2-40B4-BE49-F238E27FC236}">
                <a16:creationId xmlns:a16="http://schemas.microsoft.com/office/drawing/2014/main" id="{31F7FA2B-4B6F-717B-2654-D8A994BCA176}"/>
              </a:ext>
            </a:extLst>
          </p:cNvPr>
          <p:cNvSpPr>
            <a:spLocks noGrp="1"/>
          </p:cNvSpPr>
          <p:nvPr>
            <p:ph type="body" sz="quarter" idx="13"/>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4" name="Text Placeholder 13">
            <a:extLst>
              <a:ext uri="{FF2B5EF4-FFF2-40B4-BE49-F238E27FC236}">
                <a16:creationId xmlns:a16="http://schemas.microsoft.com/office/drawing/2014/main" id="{6899807B-0AFF-AB51-FFC9-AA3708B60EC7}"/>
              </a:ext>
            </a:extLst>
          </p:cNvPr>
          <p:cNvSpPr>
            <a:spLocks noGrp="1"/>
          </p:cNvSpPr>
          <p:nvPr>
            <p:ph type="body" sz="quarter" idx="14"/>
          </p:nvPr>
        </p:nvSpPr>
        <p:spPr>
          <a:xfrm>
            <a:off x="511175" y="1714500"/>
            <a:ext cx="11168063"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ooter Placeholder 5">
            <a:extLst>
              <a:ext uri="{FF2B5EF4-FFF2-40B4-BE49-F238E27FC236}">
                <a16:creationId xmlns:a16="http://schemas.microsoft.com/office/drawing/2014/main" id="{56CCB6A1-D661-D876-C30B-640D3FF67D63}"/>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1" name="Slide Number Placeholder 6">
            <a:extLst>
              <a:ext uri="{FF2B5EF4-FFF2-40B4-BE49-F238E27FC236}">
                <a16:creationId xmlns:a16="http://schemas.microsoft.com/office/drawing/2014/main" id="{BBA0A6B3-6359-0588-6505-D6ACADE4B648}"/>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3220353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1C199-15AC-D14D-0AA6-CBE1203062E3}"/>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6" name="Text Placeholder 5">
            <a:extLst>
              <a:ext uri="{FF2B5EF4-FFF2-40B4-BE49-F238E27FC236}">
                <a16:creationId xmlns:a16="http://schemas.microsoft.com/office/drawing/2014/main" id="{8E38F124-4CF3-FF0E-022F-8601D0A20F45}"/>
              </a:ext>
            </a:extLst>
          </p:cNvPr>
          <p:cNvSpPr>
            <a:spLocks noGrp="1"/>
          </p:cNvSpPr>
          <p:nvPr>
            <p:ph type="body" sz="quarter" idx="12"/>
          </p:nvPr>
        </p:nvSpPr>
        <p:spPr>
          <a:xfrm>
            <a:off x="512763" y="1714500"/>
            <a:ext cx="5399560" cy="4419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5">
            <a:extLst>
              <a:ext uri="{FF2B5EF4-FFF2-40B4-BE49-F238E27FC236}">
                <a16:creationId xmlns:a16="http://schemas.microsoft.com/office/drawing/2014/main" id="{0D0020D2-7B92-3072-B9F5-1D6B5C920B52}"/>
              </a:ext>
            </a:extLst>
          </p:cNvPr>
          <p:cNvSpPr>
            <a:spLocks noGrp="1"/>
          </p:cNvSpPr>
          <p:nvPr>
            <p:ph type="body" sz="quarter" idx="13"/>
          </p:nvPr>
        </p:nvSpPr>
        <p:spPr>
          <a:xfrm>
            <a:off x="6279678" y="1714500"/>
            <a:ext cx="539956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5">
            <a:extLst>
              <a:ext uri="{FF2B5EF4-FFF2-40B4-BE49-F238E27FC236}">
                <a16:creationId xmlns:a16="http://schemas.microsoft.com/office/drawing/2014/main" id="{D19B4353-EEBD-5EA1-93A8-2494728D2F2D}"/>
              </a:ext>
            </a:extLst>
          </p:cNvPr>
          <p:cNvSpPr>
            <a:spLocks noGrp="1"/>
          </p:cNvSpPr>
          <p:nvPr>
            <p:ph type="body" sz="quarter" idx="14"/>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4" name="Footer Placeholder 5">
            <a:extLst>
              <a:ext uri="{FF2B5EF4-FFF2-40B4-BE49-F238E27FC236}">
                <a16:creationId xmlns:a16="http://schemas.microsoft.com/office/drawing/2014/main" id="{FA790335-AB91-2292-A583-68F8ED88AE61}"/>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D1373D57-1AFC-40C1-C22B-486A74BFB23E}"/>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420973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14C5A-8BA0-81C6-0A5B-801985C85265}"/>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6" name="Text Placeholder 5">
            <a:extLst>
              <a:ext uri="{FF2B5EF4-FFF2-40B4-BE49-F238E27FC236}">
                <a16:creationId xmlns:a16="http://schemas.microsoft.com/office/drawing/2014/main" id="{60526CDC-D763-BB32-5B81-7D599455BF38}"/>
              </a:ext>
            </a:extLst>
          </p:cNvPr>
          <p:cNvSpPr>
            <a:spLocks noGrp="1"/>
          </p:cNvSpPr>
          <p:nvPr>
            <p:ph type="body" sz="quarter" idx="12"/>
          </p:nvPr>
        </p:nvSpPr>
        <p:spPr>
          <a:xfrm>
            <a:off x="512763" y="1714500"/>
            <a:ext cx="3503645"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5">
            <a:extLst>
              <a:ext uri="{FF2B5EF4-FFF2-40B4-BE49-F238E27FC236}">
                <a16:creationId xmlns:a16="http://schemas.microsoft.com/office/drawing/2014/main" id="{1B60661A-EDC7-0966-9BFE-A0BC07258B87}"/>
              </a:ext>
            </a:extLst>
          </p:cNvPr>
          <p:cNvSpPr>
            <a:spLocks noGrp="1"/>
          </p:cNvSpPr>
          <p:nvPr>
            <p:ph type="body" sz="quarter" idx="13"/>
          </p:nvPr>
        </p:nvSpPr>
        <p:spPr>
          <a:xfrm>
            <a:off x="4345898" y="1714500"/>
            <a:ext cx="3503645" cy="359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5">
            <a:extLst>
              <a:ext uri="{FF2B5EF4-FFF2-40B4-BE49-F238E27FC236}">
                <a16:creationId xmlns:a16="http://schemas.microsoft.com/office/drawing/2014/main" id="{66A65CEC-5869-5D52-EAAE-4CE2E8B83312}"/>
              </a:ext>
            </a:extLst>
          </p:cNvPr>
          <p:cNvSpPr>
            <a:spLocks noGrp="1"/>
          </p:cNvSpPr>
          <p:nvPr>
            <p:ph type="body" sz="quarter" idx="14"/>
          </p:nvPr>
        </p:nvSpPr>
        <p:spPr>
          <a:xfrm>
            <a:off x="8179034" y="1714500"/>
            <a:ext cx="3503645" cy="359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F947AB0C-C375-6941-8123-42C74C4D44D6}"/>
              </a:ext>
            </a:extLst>
          </p:cNvPr>
          <p:cNvSpPr>
            <a:spLocks noGrp="1"/>
          </p:cNvSpPr>
          <p:nvPr>
            <p:ph type="body" sz="quarter" idx="15"/>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4" name="Footer Placeholder 5">
            <a:extLst>
              <a:ext uri="{FF2B5EF4-FFF2-40B4-BE49-F238E27FC236}">
                <a16:creationId xmlns:a16="http://schemas.microsoft.com/office/drawing/2014/main" id="{C469125A-AA88-702A-7398-FB0D80AE4870}"/>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447CDAC8-C02C-3859-3C4F-64D38BF4F482}"/>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422424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with Call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DE30A47-262F-DB0A-10B8-D0B96680B8E6}"/>
              </a:ext>
            </a:extLst>
          </p:cNvPr>
          <p:cNvSpPr>
            <a:spLocks noGrp="1"/>
          </p:cNvSpPr>
          <p:nvPr>
            <p:ph type="pic" sz="quarter" idx="12"/>
          </p:nvPr>
        </p:nvSpPr>
        <p:spPr>
          <a:xfrm>
            <a:off x="7691438" y="0"/>
            <a:ext cx="4500562" cy="6858000"/>
          </a:xfrm>
          <a:solidFill>
            <a:schemeClr val="accent2"/>
          </a:solidFill>
        </p:spPr>
        <p:txBody>
          <a:bodyPr anchor="ctr"/>
          <a:lstStyle>
            <a:lvl1pPr algn="ctr">
              <a:defRPr/>
            </a:lvl1pPr>
          </a:lstStyle>
          <a:p>
            <a:endParaRPr lang="en-US"/>
          </a:p>
        </p:txBody>
      </p:sp>
      <p:sp>
        <p:nvSpPr>
          <p:cNvPr id="2" name="Title 1">
            <a:extLst>
              <a:ext uri="{FF2B5EF4-FFF2-40B4-BE49-F238E27FC236}">
                <a16:creationId xmlns:a16="http://schemas.microsoft.com/office/drawing/2014/main" id="{3E7FE8F8-1FA2-6E20-363F-519BE59B64B6}"/>
              </a:ext>
            </a:extLst>
          </p:cNvPr>
          <p:cNvSpPr>
            <a:spLocks noGrp="1"/>
          </p:cNvSpPr>
          <p:nvPr>
            <p:ph type="title"/>
          </p:nvPr>
        </p:nvSpPr>
        <p:spPr>
          <a:xfrm>
            <a:off x="511427" y="437444"/>
            <a:ext cx="7180011" cy="614117"/>
          </a:xfrm>
        </p:spPr>
        <p:txBody>
          <a:bodyPr/>
          <a:lstStyle/>
          <a:p>
            <a:r>
              <a:rPr lang="en-US" dirty="0"/>
              <a:t>Click to edit Master title style</a:t>
            </a:r>
          </a:p>
        </p:txBody>
      </p:sp>
      <p:sp>
        <p:nvSpPr>
          <p:cNvPr id="8" name="Text Placeholder 5">
            <a:extLst>
              <a:ext uri="{FF2B5EF4-FFF2-40B4-BE49-F238E27FC236}">
                <a16:creationId xmlns:a16="http://schemas.microsoft.com/office/drawing/2014/main" id="{E20B35FB-3664-0B4D-6249-F782CED7DAB2}"/>
              </a:ext>
            </a:extLst>
          </p:cNvPr>
          <p:cNvSpPr>
            <a:spLocks noGrp="1"/>
          </p:cNvSpPr>
          <p:nvPr>
            <p:ph type="body" sz="quarter" idx="15"/>
          </p:nvPr>
        </p:nvSpPr>
        <p:spPr>
          <a:xfrm>
            <a:off x="512763" y="1051561"/>
            <a:ext cx="7178675"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pic>
        <p:nvPicPr>
          <p:cNvPr id="9" name="Content Placeholder 4" descr="A red and green background&#10;&#10;AI-generated content may be incorrect.">
            <a:extLst>
              <a:ext uri="{FF2B5EF4-FFF2-40B4-BE49-F238E27FC236}">
                <a16:creationId xmlns:a16="http://schemas.microsoft.com/office/drawing/2014/main" id="{22DF9E99-5AA7-9ED8-F61D-1D5954C3C293}"/>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7226809" y="3962400"/>
            <a:ext cx="464312" cy="1818640"/>
          </a:xfrm>
          <a:prstGeom prst="rect">
            <a:avLst/>
          </a:prstGeom>
        </p:spPr>
      </p:pic>
      <p:sp>
        <p:nvSpPr>
          <p:cNvPr id="11" name="Text Placeholder 10">
            <a:extLst>
              <a:ext uri="{FF2B5EF4-FFF2-40B4-BE49-F238E27FC236}">
                <a16:creationId xmlns:a16="http://schemas.microsoft.com/office/drawing/2014/main" id="{2EA7ADC5-3522-3180-74FA-1FD3E52E293E}"/>
              </a:ext>
            </a:extLst>
          </p:cNvPr>
          <p:cNvSpPr>
            <a:spLocks noGrp="1"/>
          </p:cNvSpPr>
          <p:nvPr>
            <p:ph type="body" sz="quarter" idx="16"/>
          </p:nvPr>
        </p:nvSpPr>
        <p:spPr>
          <a:xfrm>
            <a:off x="7691438" y="3962400"/>
            <a:ext cx="4500562" cy="1819275"/>
          </a:xfrm>
          <a:solidFill>
            <a:schemeClr val="bg1"/>
          </a:solidFill>
        </p:spPr>
        <p:txBody>
          <a:bodyPr lIns="365760" anchor="ctr"/>
          <a:lstStyle/>
          <a:p>
            <a:pPr lvl="0"/>
            <a:r>
              <a:rPr lang="en-US" dirty="0"/>
              <a:t>Click to edit Master text styles</a:t>
            </a:r>
          </a:p>
          <a:p>
            <a:pPr lvl="1"/>
            <a:r>
              <a:rPr lang="en-US" dirty="0"/>
              <a:t>Second level</a:t>
            </a:r>
          </a:p>
        </p:txBody>
      </p:sp>
      <p:sp>
        <p:nvSpPr>
          <p:cNvPr id="12" name="Text Placeholder 5">
            <a:extLst>
              <a:ext uri="{FF2B5EF4-FFF2-40B4-BE49-F238E27FC236}">
                <a16:creationId xmlns:a16="http://schemas.microsoft.com/office/drawing/2014/main" id="{02D98FAF-0F57-636C-D186-EDD6EA7CA7FC}"/>
              </a:ext>
            </a:extLst>
          </p:cNvPr>
          <p:cNvSpPr>
            <a:spLocks noGrp="1"/>
          </p:cNvSpPr>
          <p:nvPr>
            <p:ph type="body" sz="quarter" idx="17"/>
          </p:nvPr>
        </p:nvSpPr>
        <p:spPr>
          <a:xfrm>
            <a:off x="512763" y="1714500"/>
            <a:ext cx="6025197"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4665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debar with 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F0E2021-1BFC-E013-D60B-D3C38949C163}"/>
              </a:ext>
            </a:extLst>
          </p:cNvPr>
          <p:cNvSpPr/>
          <p:nvPr userDrawn="1"/>
        </p:nvSpPr>
        <p:spPr>
          <a:xfrm>
            <a:off x="7691121" y="0"/>
            <a:ext cx="4500879"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7FE8F8-1FA2-6E20-363F-519BE59B64B6}"/>
              </a:ext>
            </a:extLst>
          </p:cNvPr>
          <p:cNvSpPr>
            <a:spLocks noGrp="1"/>
          </p:cNvSpPr>
          <p:nvPr>
            <p:ph type="title"/>
          </p:nvPr>
        </p:nvSpPr>
        <p:spPr>
          <a:xfrm>
            <a:off x="511428" y="437444"/>
            <a:ext cx="6715382" cy="614117"/>
          </a:xfrm>
        </p:spPr>
        <p:txBody>
          <a:bodyPr/>
          <a:lstStyle/>
          <a:p>
            <a:r>
              <a:rPr lang="en-US" dirty="0"/>
              <a:t>Click to edit Master title style</a:t>
            </a:r>
          </a:p>
        </p:txBody>
      </p:sp>
      <p:sp>
        <p:nvSpPr>
          <p:cNvPr id="8" name="Text Placeholder 5">
            <a:extLst>
              <a:ext uri="{FF2B5EF4-FFF2-40B4-BE49-F238E27FC236}">
                <a16:creationId xmlns:a16="http://schemas.microsoft.com/office/drawing/2014/main" id="{E20B35FB-3664-0B4D-6249-F782CED7DAB2}"/>
              </a:ext>
            </a:extLst>
          </p:cNvPr>
          <p:cNvSpPr>
            <a:spLocks noGrp="1"/>
          </p:cNvSpPr>
          <p:nvPr>
            <p:ph type="body" sz="quarter" idx="15"/>
          </p:nvPr>
        </p:nvSpPr>
        <p:spPr>
          <a:xfrm>
            <a:off x="512763" y="1051561"/>
            <a:ext cx="6714047"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1" name="Text Placeholder 10">
            <a:extLst>
              <a:ext uri="{FF2B5EF4-FFF2-40B4-BE49-F238E27FC236}">
                <a16:creationId xmlns:a16="http://schemas.microsoft.com/office/drawing/2014/main" id="{2EA7ADC5-3522-3180-74FA-1FD3E52E293E}"/>
              </a:ext>
            </a:extLst>
          </p:cNvPr>
          <p:cNvSpPr>
            <a:spLocks noGrp="1"/>
          </p:cNvSpPr>
          <p:nvPr>
            <p:ph type="body" sz="quarter" idx="16"/>
          </p:nvPr>
        </p:nvSpPr>
        <p:spPr>
          <a:xfrm>
            <a:off x="7226809" y="437444"/>
            <a:ext cx="4965191" cy="1819275"/>
          </a:xfrm>
          <a:blipFill dpi="0" rotWithShape="1">
            <a:blip r:embed="rId2"/>
            <a:srcRect/>
            <a:stretch>
              <a:fillRect/>
            </a:stretch>
          </a:blipFill>
        </p:spPr>
        <p:txBody>
          <a:bodyPr lIns="365760" anchor="ctr"/>
          <a:lstStyle>
            <a:lvl1pPr>
              <a:defRPr>
                <a:solidFill>
                  <a:schemeClr val="bg1"/>
                </a:solidFill>
              </a:defRPr>
            </a:lvl1pPr>
            <a:lvl2pPr>
              <a:defRPr>
                <a:solidFill>
                  <a:schemeClr val="bg1"/>
                </a:solidFill>
              </a:defRPr>
            </a:lvl2pPr>
          </a:lstStyle>
          <a:p>
            <a:pPr lvl="0"/>
            <a:r>
              <a:rPr lang="en-US" dirty="0"/>
              <a:t>Click to edit Master text styles</a:t>
            </a:r>
          </a:p>
          <a:p>
            <a:pPr lvl="1"/>
            <a:r>
              <a:rPr lang="en-US" dirty="0"/>
              <a:t>Second level</a:t>
            </a:r>
          </a:p>
        </p:txBody>
      </p:sp>
      <p:sp>
        <p:nvSpPr>
          <p:cNvPr id="12" name="Text Placeholder 5">
            <a:extLst>
              <a:ext uri="{FF2B5EF4-FFF2-40B4-BE49-F238E27FC236}">
                <a16:creationId xmlns:a16="http://schemas.microsoft.com/office/drawing/2014/main" id="{02D98FAF-0F57-636C-D186-EDD6EA7CA7FC}"/>
              </a:ext>
            </a:extLst>
          </p:cNvPr>
          <p:cNvSpPr>
            <a:spLocks noGrp="1"/>
          </p:cNvSpPr>
          <p:nvPr>
            <p:ph type="body" sz="quarter" idx="17"/>
          </p:nvPr>
        </p:nvSpPr>
        <p:spPr>
          <a:xfrm>
            <a:off x="512763" y="1714500"/>
            <a:ext cx="6025197"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5">
            <a:extLst>
              <a:ext uri="{FF2B5EF4-FFF2-40B4-BE49-F238E27FC236}">
                <a16:creationId xmlns:a16="http://schemas.microsoft.com/office/drawing/2014/main" id="{C88AAD13-4032-E181-7A51-74A7C8DCE327}"/>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2CDA17C2-87F8-D622-C9C6-0DA48C2C31F7}"/>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56119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yout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DE30A47-262F-DB0A-10B8-D0B96680B8E6}"/>
              </a:ext>
            </a:extLst>
          </p:cNvPr>
          <p:cNvSpPr>
            <a:spLocks noGrp="1"/>
          </p:cNvSpPr>
          <p:nvPr>
            <p:ph type="pic" sz="quarter" idx="12"/>
          </p:nvPr>
        </p:nvSpPr>
        <p:spPr>
          <a:xfrm>
            <a:off x="7058822" y="0"/>
            <a:ext cx="4623857" cy="5772223"/>
          </a:xfrm>
          <a:solidFill>
            <a:schemeClr val="accent2"/>
          </a:solidFill>
        </p:spPr>
        <p:txBody>
          <a:bodyPr anchor="ctr"/>
          <a:lstStyle>
            <a:lvl1pPr algn="ctr">
              <a:defRPr/>
            </a:lvl1pPr>
          </a:lstStyle>
          <a:p>
            <a:endParaRPr lang="en-US"/>
          </a:p>
        </p:txBody>
      </p:sp>
      <p:sp>
        <p:nvSpPr>
          <p:cNvPr id="2" name="Title 1">
            <a:extLst>
              <a:ext uri="{FF2B5EF4-FFF2-40B4-BE49-F238E27FC236}">
                <a16:creationId xmlns:a16="http://schemas.microsoft.com/office/drawing/2014/main" id="{3E7FE8F8-1FA2-6E20-363F-519BE59B64B6}"/>
              </a:ext>
            </a:extLst>
          </p:cNvPr>
          <p:cNvSpPr>
            <a:spLocks noGrp="1"/>
          </p:cNvSpPr>
          <p:nvPr>
            <p:ph type="title"/>
          </p:nvPr>
        </p:nvSpPr>
        <p:spPr>
          <a:xfrm>
            <a:off x="511427" y="437444"/>
            <a:ext cx="6547395" cy="614117"/>
          </a:xfrm>
        </p:spPr>
        <p:txBody>
          <a:bodyPr/>
          <a:lstStyle/>
          <a:p>
            <a:r>
              <a:rPr lang="en-US" dirty="0"/>
              <a:t>Click to edit Master title style</a:t>
            </a:r>
          </a:p>
        </p:txBody>
      </p:sp>
      <p:sp>
        <p:nvSpPr>
          <p:cNvPr id="8" name="Text Placeholder 5">
            <a:extLst>
              <a:ext uri="{FF2B5EF4-FFF2-40B4-BE49-F238E27FC236}">
                <a16:creationId xmlns:a16="http://schemas.microsoft.com/office/drawing/2014/main" id="{E20B35FB-3664-0B4D-6249-F782CED7DAB2}"/>
              </a:ext>
            </a:extLst>
          </p:cNvPr>
          <p:cNvSpPr>
            <a:spLocks noGrp="1"/>
          </p:cNvSpPr>
          <p:nvPr>
            <p:ph type="body" sz="quarter" idx="15"/>
          </p:nvPr>
        </p:nvSpPr>
        <p:spPr>
          <a:xfrm>
            <a:off x="512763" y="1051561"/>
            <a:ext cx="6546177"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2" name="Text Placeholder 5">
            <a:extLst>
              <a:ext uri="{FF2B5EF4-FFF2-40B4-BE49-F238E27FC236}">
                <a16:creationId xmlns:a16="http://schemas.microsoft.com/office/drawing/2014/main" id="{02D98FAF-0F57-636C-D186-EDD6EA7CA7FC}"/>
              </a:ext>
            </a:extLst>
          </p:cNvPr>
          <p:cNvSpPr>
            <a:spLocks noGrp="1"/>
          </p:cNvSpPr>
          <p:nvPr>
            <p:ph type="body" sz="quarter" idx="17"/>
          </p:nvPr>
        </p:nvSpPr>
        <p:spPr>
          <a:xfrm>
            <a:off x="512763" y="1714500"/>
            <a:ext cx="6025197"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Content Placeholder 4">
            <a:extLst>
              <a:ext uri="{FF2B5EF4-FFF2-40B4-BE49-F238E27FC236}">
                <a16:creationId xmlns:a16="http://schemas.microsoft.com/office/drawing/2014/main" id="{1C759DE5-C518-1864-07A2-605A29BED7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058820" y="5772223"/>
            <a:ext cx="4622583" cy="361877"/>
          </a:xfrm>
          <a:prstGeom prst="rect">
            <a:avLst/>
          </a:prstGeom>
        </p:spPr>
      </p:pic>
      <p:sp>
        <p:nvSpPr>
          <p:cNvPr id="15" name="Footer Placeholder 5">
            <a:extLst>
              <a:ext uri="{FF2B5EF4-FFF2-40B4-BE49-F238E27FC236}">
                <a16:creationId xmlns:a16="http://schemas.microsoft.com/office/drawing/2014/main" id="{5C587A4E-B51B-38B5-EABB-058A87A0394A}"/>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6" name="Slide Number Placeholder 6">
            <a:extLst>
              <a:ext uri="{FF2B5EF4-FFF2-40B4-BE49-F238E27FC236}">
                <a16:creationId xmlns:a16="http://schemas.microsoft.com/office/drawing/2014/main" id="{371DED4E-8776-2AD9-D89C-89D43DA7BC5A}"/>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691879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 with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93398-F58C-AA7E-2DE2-6E5364D58DBF}"/>
              </a:ext>
            </a:extLst>
          </p:cNvPr>
          <p:cNvSpPr>
            <a:spLocks noGrp="1"/>
          </p:cNvSpPr>
          <p:nvPr>
            <p:ph type="title"/>
          </p:nvPr>
        </p:nvSpPr>
        <p:spPr>
          <a:xfrm>
            <a:off x="511427" y="437444"/>
            <a:ext cx="11167811" cy="614117"/>
          </a:xfrm>
        </p:spPr>
        <p:txBody>
          <a:bodyPr/>
          <a:lstStyle/>
          <a:p>
            <a:r>
              <a:rPr lang="en-US"/>
              <a:t>Click to edit Master title style</a:t>
            </a:r>
          </a:p>
        </p:txBody>
      </p:sp>
      <p:sp>
        <p:nvSpPr>
          <p:cNvPr id="8" name="Text Placeholder 5">
            <a:extLst>
              <a:ext uri="{FF2B5EF4-FFF2-40B4-BE49-F238E27FC236}">
                <a16:creationId xmlns:a16="http://schemas.microsoft.com/office/drawing/2014/main" id="{B8695FB8-5358-59F4-420C-D9E81C03C922}"/>
              </a:ext>
            </a:extLst>
          </p:cNvPr>
          <p:cNvSpPr>
            <a:spLocks noGrp="1"/>
          </p:cNvSpPr>
          <p:nvPr>
            <p:ph type="body" sz="quarter" idx="15"/>
          </p:nvPr>
        </p:nvSpPr>
        <p:spPr>
          <a:xfrm>
            <a:off x="512763" y="1051561"/>
            <a:ext cx="11166475"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0" name="Text Placeholder 9">
            <a:extLst>
              <a:ext uri="{FF2B5EF4-FFF2-40B4-BE49-F238E27FC236}">
                <a16:creationId xmlns:a16="http://schemas.microsoft.com/office/drawing/2014/main" id="{0D493C24-4E3E-2A02-65ED-8191B4546237}"/>
              </a:ext>
            </a:extLst>
          </p:cNvPr>
          <p:cNvSpPr>
            <a:spLocks noGrp="1"/>
          </p:cNvSpPr>
          <p:nvPr>
            <p:ph type="body" sz="quarter" idx="16"/>
          </p:nvPr>
        </p:nvSpPr>
        <p:spPr>
          <a:xfrm>
            <a:off x="511175" y="3708400"/>
            <a:ext cx="3217863" cy="1219200"/>
          </a:xfrm>
        </p:spPr>
        <p:txBody>
          <a:bodyPr/>
          <a:lstStyle>
            <a:lvl1pPr>
              <a:defRPr sz="1800"/>
            </a:lvl1pPr>
            <a:lvl2pPr>
              <a:defRPr sz="1600"/>
            </a:lvl2pPr>
            <a:lvl3pPr>
              <a:defRPr sz="1400"/>
            </a:lvl3pPr>
          </a:lstStyle>
          <a:p>
            <a:pPr lvl="0"/>
            <a:r>
              <a:rPr lang="en-US" dirty="0"/>
              <a:t>Click to edit Master text styles</a:t>
            </a:r>
          </a:p>
          <a:p>
            <a:pPr lvl="1"/>
            <a:r>
              <a:rPr lang="en-US" dirty="0"/>
              <a:t>Second level</a:t>
            </a:r>
          </a:p>
          <a:p>
            <a:pPr lvl="2"/>
            <a:r>
              <a:rPr lang="en-US" dirty="0"/>
              <a:t>Third level</a:t>
            </a:r>
          </a:p>
        </p:txBody>
      </p:sp>
      <p:sp>
        <p:nvSpPr>
          <p:cNvPr id="11" name="Text Placeholder 9">
            <a:extLst>
              <a:ext uri="{FF2B5EF4-FFF2-40B4-BE49-F238E27FC236}">
                <a16:creationId xmlns:a16="http://schemas.microsoft.com/office/drawing/2014/main" id="{C21240A8-93CA-CA86-87C8-2B6B05DCD856}"/>
              </a:ext>
            </a:extLst>
          </p:cNvPr>
          <p:cNvSpPr>
            <a:spLocks noGrp="1"/>
          </p:cNvSpPr>
          <p:nvPr>
            <p:ph type="body" sz="quarter" idx="17"/>
          </p:nvPr>
        </p:nvSpPr>
        <p:spPr>
          <a:xfrm>
            <a:off x="4308134" y="3708400"/>
            <a:ext cx="3217863" cy="1219200"/>
          </a:xfrm>
        </p:spPr>
        <p:txBody>
          <a:bodyPr/>
          <a:lstStyle>
            <a:lvl1pPr>
              <a:defRPr sz="1800"/>
            </a:lvl1pPr>
            <a:lvl2pPr>
              <a:defRPr sz="1600"/>
            </a:lvl2pPr>
            <a:lvl3pPr>
              <a:defRPr sz="1400"/>
            </a:lvl3pPr>
          </a:lstStyle>
          <a:p>
            <a:pPr lvl="0"/>
            <a:r>
              <a:rPr lang="en-US" dirty="0"/>
              <a:t>Click to edit Master text styles</a:t>
            </a:r>
          </a:p>
          <a:p>
            <a:pPr lvl="1"/>
            <a:r>
              <a:rPr lang="en-US" dirty="0"/>
              <a:t>Second level</a:t>
            </a:r>
          </a:p>
          <a:p>
            <a:pPr lvl="2"/>
            <a:r>
              <a:rPr lang="en-US" dirty="0"/>
              <a:t>Third level</a:t>
            </a:r>
          </a:p>
        </p:txBody>
      </p:sp>
      <p:sp>
        <p:nvSpPr>
          <p:cNvPr id="12" name="Text Placeholder 9">
            <a:extLst>
              <a:ext uri="{FF2B5EF4-FFF2-40B4-BE49-F238E27FC236}">
                <a16:creationId xmlns:a16="http://schemas.microsoft.com/office/drawing/2014/main" id="{4C626A78-D122-9B29-0498-A377DB541C30}"/>
              </a:ext>
            </a:extLst>
          </p:cNvPr>
          <p:cNvSpPr>
            <a:spLocks noGrp="1"/>
          </p:cNvSpPr>
          <p:nvPr>
            <p:ph type="body" sz="quarter" idx="18"/>
          </p:nvPr>
        </p:nvSpPr>
        <p:spPr>
          <a:xfrm>
            <a:off x="8119357" y="3708400"/>
            <a:ext cx="3217863" cy="1219200"/>
          </a:xfrm>
        </p:spPr>
        <p:txBody>
          <a:bodyPr/>
          <a:lstStyle>
            <a:lvl1pPr>
              <a:defRPr sz="1800"/>
            </a:lvl1pPr>
            <a:lvl2pPr>
              <a:defRPr sz="1600"/>
            </a:lvl2pPr>
            <a:lvl3pPr>
              <a:defRPr sz="1400"/>
            </a:lvl3pPr>
          </a:lstStyle>
          <a:p>
            <a:pPr lvl="0"/>
            <a:r>
              <a:rPr lang="en-US" dirty="0"/>
              <a:t>Click to edit Master text styles</a:t>
            </a:r>
          </a:p>
          <a:p>
            <a:pPr lvl="1"/>
            <a:r>
              <a:rPr lang="en-US" dirty="0"/>
              <a:t>Second level</a:t>
            </a:r>
          </a:p>
          <a:p>
            <a:pPr lvl="2"/>
            <a:r>
              <a:rPr lang="en-US" dirty="0"/>
              <a:t>Third level</a:t>
            </a:r>
          </a:p>
        </p:txBody>
      </p:sp>
      <p:sp>
        <p:nvSpPr>
          <p:cNvPr id="14" name="Picture Placeholder 13">
            <a:extLst>
              <a:ext uri="{FF2B5EF4-FFF2-40B4-BE49-F238E27FC236}">
                <a16:creationId xmlns:a16="http://schemas.microsoft.com/office/drawing/2014/main" id="{F19666AC-2D6E-A5A6-AFF6-FBCDB9C60461}"/>
              </a:ext>
            </a:extLst>
          </p:cNvPr>
          <p:cNvSpPr>
            <a:spLocks noGrp="1"/>
          </p:cNvSpPr>
          <p:nvPr>
            <p:ph type="pic" sz="quarter" idx="19"/>
          </p:nvPr>
        </p:nvSpPr>
        <p:spPr>
          <a:xfrm>
            <a:off x="512763" y="1714500"/>
            <a:ext cx="3218192" cy="1663700"/>
          </a:xfrm>
          <a:solidFill>
            <a:schemeClr val="accent2"/>
          </a:solidFill>
        </p:spPr>
        <p:txBody>
          <a:bodyPr anchor="ctr"/>
          <a:lstStyle>
            <a:lvl1pPr algn="ctr">
              <a:defRPr/>
            </a:lvl1pPr>
          </a:lstStyle>
          <a:p>
            <a:endParaRPr lang="en-US"/>
          </a:p>
        </p:txBody>
      </p:sp>
      <p:sp>
        <p:nvSpPr>
          <p:cNvPr id="15" name="Picture Placeholder 13">
            <a:extLst>
              <a:ext uri="{FF2B5EF4-FFF2-40B4-BE49-F238E27FC236}">
                <a16:creationId xmlns:a16="http://schemas.microsoft.com/office/drawing/2014/main" id="{5ECC9D67-89DD-AD94-3BE8-8AB77F93F3AC}"/>
              </a:ext>
            </a:extLst>
          </p:cNvPr>
          <p:cNvSpPr>
            <a:spLocks noGrp="1"/>
          </p:cNvSpPr>
          <p:nvPr>
            <p:ph type="pic" sz="quarter" idx="20"/>
          </p:nvPr>
        </p:nvSpPr>
        <p:spPr>
          <a:xfrm>
            <a:off x="4308134" y="1714500"/>
            <a:ext cx="3218192" cy="1663700"/>
          </a:xfrm>
          <a:solidFill>
            <a:schemeClr val="accent2"/>
          </a:solidFill>
        </p:spPr>
        <p:txBody>
          <a:bodyPr anchor="ctr"/>
          <a:lstStyle>
            <a:lvl1pPr algn="ctr">
              <a:defRPr/>
            </a:lvl1pPr>
          </a:lstStyle>
          <a:p>
            <a:endParaRPr lang="en-US"/>
          </a:p>
        </p:txBody>
      </p:sp>
      <p:sp>
        <p:nvSpPr>
          <p:cNvPr id="16" name="Picture Placeholder 13">
            <a:extLst>
              <a:ext uri="{FF2B5EF4-FFF2-40B4-BE49-F238E27FC236}">
                <a16:creationId xmlns:a16="http://schemas.microsoft.com/office/drawing/2014/main" id="{F11DEFB8-BA80-BB3D-C458-66465402BFDC}"/>
              </a:ext>
            </a:extLst>
          </p:cNvPr>
          <p:cNvSpPr>
            <a:spLocks noGrp="1"/>
          </p:cNvSpPr>
          <p:nvPr>
            <p:ph type="pic" sz="quarter" idx="21"/>
          </p:nvPr>
        </p:nvSpPr>
        <p:spPr>
          <a:xfrm>
            <a:off x="8119357" y="1714500"/>
            <a:ext cx="3218192" cy="1663700"/>
          </a:xfrm>
          <a:solidFill>
            <a:schemeClr val="accent2"/>
          </a:solidFill>
        </p:spPr>
        <p:txBody>
          <a:bodyPr anchor="ctr"/>
          <a:lstStyle>
            <a:lvl1pPr algn="ctr">
              <a:defRPr/>
            </a:lvl1pPr>
          </a:lstStyle>
          <a:p>
            <a:endParaRPr lang="en-US"/>
          </a:p>
        </p:txBody>
      </p:sp>
      <p:sp>
        <p:nvSpPr>
          <p:cNvPr id="20" name="Footer Placeholder 5">
            <a:extLst>
              <a:ext uri="{FF2B5EF4-FFF2-40B4-BE49-F238E27FC236}">
                <a16:creationId xmlns:a16="http://schemas.microsoft.com/office/drawing/2014/main" id="{F0E166F0-F95F-1D05-A287-251A139C6CA2}"/>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1" name="Slide Number Placeholder 6">
            <a:extLst>
              <a:ext uri="{FF2B5EF4-FFF2-40B4-BE49-F238E27FC236}">
                <a16:creationId xmlns:a16="http://schemas.microsoft.com/office/drawing/2014/main" id="{3497BD9B-3994-7C1E-50C9-AB457C7F02BD}"/>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3" name="Rectangle 2">
            <a:extLst>
              <a:ext uri="{FF2B5EF4-FFF2-40B4-BE49-F238E27FC236}">
                <a16:creationId xmlns:a16="http://schemas.microsoft.com/office/drawing/2014/main" id="{20DC396A-37C3-88E2-4F5B-E5AA818428C1}"/>
              </a:ext>
            </a:extLst>
          </p:cNvPr>
          <p:cNvSpPr/>
          <p:nvPr userDrawn="1"/>
        </p:nvSpPr>
        <p:spPr>
          <a:xfrm>
            <a:off x="512763" y="3378197"/>
            <a:ext cx="3218192" cy="182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F72BCF2-879C-41F5-074F-3C352C123100}"/>
              </a:ext>
            </a:extLst>
          </p:cNvPr>
          <p:cNvSpPr/>
          <p:nvPr userDrawn="1"/>
        </p:nvSpPr>
        <p:spPr>
          <a:xfrm>
            <a:off x="4308134" y="3378197"/>
            <a:ext cx="3218192"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96EA6AB-2EF1-6F7D-4247-F7254496D6EE}"/>
              </a:ext>
            </a:extLst>
          </p:cNvPr>
          <p:cNvSpPr/>
          <p:nvPr userDrawn="1"/>
        </p:nvSpPr>
        <p:spPr>
          <a:xfrm>
            <a:off x="8119357" y="3378197"/>
            <a:ext cx="3218192" cy="1828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3091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rge Callout with Image_RE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225C47B-E583-4956-949C-9708AC0FABD9}"/>
              </a:ext>
            </a:extLst>
          </p:cNvPr>
          <p:cNvSpPr/>
          <p:nvPr userDrawn="1"/>
        </p:nvSpPr>
        <p:spPr>
          <a:xfrm>
            <a:off x="7095281" y="0"/>
            <a:ext cx="5096719" cy="5821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9772C01F-DC33-1CEB-8BA5-A45DDDF93E90}"/>
              </a:ext>
            </a:extLst>
          </p:cNvPr>
          <p:cNvSpPr>
            <a:spLocks noGrp="1"/>
          </p:cNvSpPr>
          <p:nvPr>
            <p:ph type="ftr" sz="quarter" idx="10"/>
          </p:nvPr>
        </p:nvSpPr>
        <p:spPr/>
        <p:txBody>
          <a:bodyPr/>
          <a:lstStyle/>
          <a:p>
            <a:pPr>
              <a:lnSpc>
                <a:spcPct val="85000"/>
              </a:lnSpc>
              <a:spcBef>
                <a:spcPct val="20000"/>
              </a:spcBef>
            </a:pPr>
            <a:r>
              <a:rPr lang="en-US"/>
              <a:t>DEPARTMENT PLACEHOLDER</a:t>
            </a:r>
            <a:endParaRPr lang="en-US" dirty="0"/>
          </a:p>
        </p:txBody>
      </p:sp>
      <p:sp>
        <p:nvSpPr>
          <p:cNvPr id="4" name="Slide Number Placeholder 3">
            <a:extLst>
              <a:ext uri="{FF2B5EF4-FFF2-40B4-BE49-F238E27FC236}">
                <a16:creationId xmlns:a16="http://schemas.microsoft.com/office/drawing/2014/main" id="{5EAF7BBA-E6A9-3998-5CD9-E9BCC6833413}"/>
              </a:ext>
            </a:extLst>
          </p:cNvPr>
          <p:cNvSpPr>
            <a:spLocks noGrp="1"/>
          </p:cNvSpPr>
          <p:nvPr>
            <p:ph type="sldNum" sz="quarter" idx="11"/>
          </p:nvPr>
        </p:nvSpPr>
        <p:spPr/>
        <p:txBody>
          <a:bodyPr/>
          <a:lstStyle/>
          <a:p>
            <a:fld id="{E2C19600-1FA6-49A4-BAD8-DAC77A900071}" type="slidenum">
              <a:rPr lang="en-US" smtClean="0"/>
              <a:pPr/>
              <a:t>‹#›</a:t>
            </a:fld>
            <a:endParaRPr lang="en-US" dirty="0"/>
          </a:p>
        </p:txBody>
      </p:sp>
      <p:sp>
        <p:nvSpPr>
          <p:cNvPr id="7" name="Picture Placeholder 6">
            <a:extLst>
              <a:ext uri="{FF2B5EF4-FFF2-40B4-BE49-F238E27FC236}">
                <a16:creationId xmlns:a16="http://schemas.microsoft.com/office/drawing/2014/main" id="{AD9C8231-0F06-C130-3B01-3C74B722BA27}"/>
              </a:ext>
            </a:extLst>
          </p:cNvPr>
          <p:cNvSpPr>
            <a:spLocks noGrp="1"/>
          </p:cNvSpPr>
          <p:nvPr>
            <p:ph type="pic" sz="quarter" idx="12"/>
          </p:nvPr>
        </p:nvSpPr>
        <p:spPr>
          <a:xfrm>
            <a:off x="0" y="0"/>
            <a:ext cx="7094538" cy="5821363"/>
          </a:xfrm>
          <a:solidFill>
            <a:schemeClr val="accent2"/>
          </a:solidFill>
        </p:spPr>
        <p:txBody>
          <a:bodyPr anchor="ctr"/>
          <a:lstStyle>
            <a:lvl1pPr algn="ctr">
              <a:defRPr/>
            </a:lvl1pPr>
          </a:lstStyle>
          <a:p>
            <a:endParaRPr lang="en-US"/>
          </a:p>
        </p:txBody>
      </p:sp>
      <p:sp>
        <p:nvSpPr>
          <p:cNvPr id="9" name="Text Placeholder 8">
            <a:extLst>
              <a:ext uri="{FF2B5EF4-FFF2-40B4-BE49-F238E27FC236}">
                <a16:creationId xmlns:a16="http://schemas.microsoft.com/office/drawing/2014/main" id="{119F8F94-168E-A76F-2A9F-1D254041F57B}"/>
              </a:ext>
            </a:extLst>
          </p:cNvPr>
          <p:cNvSpPr>
            <a:spLocks noGrp="1"/>
          </p:cNvSpPr>
          <p:nvPr>
            <p:ph type="body" sz="quarter" idx="13"/>
          </p:nvPr>
        </p:nvSpPr>
        <p:spPr>
          <a:xfrm>
            <a:off x="7866042" y="903288"/>
            <a:ext cx="3714750" cy="3957637"/>
          </a:xfrm>
        </p:spPr>
        <p:txBody>
          <a:bodyPr/>
          <a:lstStyle>
            <a:lvl1pPr>
              <a:defRPr sz="2400">
                <a:solidFill>
                  <a:schemeClr val="bg1"/>
                </a:solidFill>
              </a:defRPr>
            </a:lvl1pPr>
            <a:lvl2pPr>
              <a:spcBef>
                <a:spcPts val="1800"/>
              </a:spcBef>
              <a:defRPr sz="1600">
                <a:solidFill>
                  <a:schemeClr val="bg1"/>
                </a:solidFill>
              </a:defRPr>
            </a:lvl2pPr>
            <a:lvl3pPr marL="0" indent="0">
              <a:buNone/>
              <a:defRPr sz="1400">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692821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rge Callout with Image_ GRADIENT">
    <p:spTree>
      <p:nvGrpSpPr>
        <p:cNvPr id="1" name=""/>
        <p:cNvGrpSpPr/>
        <p:nvPr/>
      </p:nvGrpSpPr>
      <p:grpSpPr>
        <a:xfrm>
          <a:off x="0" y="0"/>
          <a:ext cx="0" cy="0"/>
          <a:chOff x="0" y="0"/>
          <a:chExt cx="0" cy="0"/>
        </a:xfrm>
      </p:grpSpPr>
      <p:pic>
        <p:nvPicPr>
          <p:cNvPr id="2" name="Content Placeholder 4" descr="A red and green background&#10;&#10;AI-generated content may be incorrect.">
            <a:extLst>
              <a:ext uri="{FF2B5EF4-FFF2-40B4-BE49-F238E27FC236}">
                <a16:creationId xmlns:a16="http://schemas.microsoft.com/office/drawing/2014/main" id="{F572A1C8-8552-05CD-8DEF-01C2B53523B7}"/>
              </a:ext>
            </a:extLst>
          </p:cNvPr>
          <p:cNvPicPr>
            <a:picLocks noChangeAspect="1"/>
          </p:cNvPicPr>
          <p:nvPr userDrawn="1"/>
        </p:nvPicPr>
        <p:blipFill>
          <a:blip r:embed="rId2" cstate="email">
            <a:extLst>
              <a:ext uri="{28A0092B-C50C-407E-A947-70E740481C1C}">
                <a14:useLocalDpi xmlns:a14="http://schemas.microsoft.com/office/drawing/2010/main"/>
              </a:ext>
            </a:extLst>
          </a:blip>
          <a:srcRect l="50753"/>
          <a:stretch/>
        </p:blipFill>
        <p:spPr>
          <a:xfrm>
            <a:off x="7095280" y="0"/>
            <a:ext cx="5096719" cy="5821680"/>
          </a:xfrm>
          <a:prstGeom prst="rect">
            <a:avLst/>
          </a:prstGeom>
        </p:spPr>
      </p:pic>
      <p:sp>
        <p:nvSpPr>
          <p:cNvPr id="3" name="Footer Placeholder 2">
            <a:extLst>
              <a:ext uri="{FF2B5EF4-FFF2-40B4-BE49-F238E27FC236}">
                <a16:creationId xmlns:a16="http://schemas.microsoft.com/office/drawing/2014/main" id="{9772C01F-DC33-1CEB-8BA5-A45DDDF93E90}"/>
              </a:ext>
            </a:extLst>
          </p:cNvPr>
          <p:cNvSpPr>
            <a:spLocks noGrp="1"/>
          </p:cNvSpPr>
          <p:nvPr>
            <p:ph type="ftr" sz="quarter" idx="10"/>
          </p:nvPr>
        </p:nvSpPr>
        <p:spPr/>
        <p:txBody>
          <a:bodyPr/>
          <a:lstStyle/>
          <a:p>
            <a:pPr>
              <a:lnSpc>
                <a:spcPct val="85000"/>
              </a:lnSpc>
              <a:spcBef>
                <a:spcPct val="20000"/>
              </a:spcBef>
            </a:pPr>
            <a:r>
              <a:rPr lang="en-US"/>
              <a:t>DEPARTMENT PLACEHOLDER</a:t>
            </a:r>
            <a:endParaRPr lang="en-US" dirty="0"/>
          </a:p>
        </p:txBody>
      </p:sp>
      <p:sp>
        <p:nvSpPr>
          <p:cNvPr id="4" name="Slide Number Placeholder 3">
            <a:extLst>
              <a:ext uri="{FF2B5EF4-FFF2-40B4-BE49-F238E27FC236}">
                <a16:creationId xmlns:a16="http://schemas.microsoft.com/office/drawing/2014/main" id="{5EAF7BBA-E6A9-3998-5CD9-E9BCC6833413}"/>
              </a:ext>
            </a:extLst>
          </p:cNvPr>
          <p:cNvSpPr>
            <a:spLocks noGrp="1"/>
          </p:cNvSpPr>
          <p:nvPr>
            <p:ph type="sldNum" sz="quarter" idx="11"/>
          </p:nvPr>
        </p:nvSpPr>
        <p:spPr/>
        <p:txBody>
          <a:bodyPr/>
          <a:lstStyle/>
          <a:p>
            <a:fld id="{E2C19600-1FA6-49A4-BAD8-DAC77A900071}" type="slidenum">
              <a:rPr lang="en-US" smtClean="0"/>
              <a:pPr/>
              <a:t>‹#›</a:t>
            </a:fld>
            <a:endParaRPr lang="en-US" dirty="0"/>
          </a:p>
        </p:txBody>
      </p:sp>
      <p:sp>
        <p:nvSpPr>
          <p:cNvPr id="7" name="Picture Placeholder 6">
            <a:extLst>
              <a:ext uri="{FF2B5EF4-FFF2-40B4-BE49-F238E27FC236}">
                <a16:creationId xmlns:a16="http://schemas.microsoft.com/office/drawing/2014/main" id="{AD9C8231-0F06-C130-3B01-3C74B722BA27}"/>
              </a:ext>
            </a:extLst>
          </p:cNvPr>
          <p:cNvSpPr>
            <a:spLocks noGrp="1"/>
          </p:cNvSpPr>
          <p:nvPr>
            <p:ph type="pic" sz="quarter" idx="12"/>
          </p:nvPr>
        </p:nvSpPr>
        <p:spPr>
          <a:xfrm>
            <a:off x="0" y="0"/>
            <a:ext cx="7094538" cy="5821363"/>
          </a:xfrm>
          <a:solidFill>
            <a:schemeClr val="accent2"/>
          </a:solidFill>
        </p:spPr>
        <p:txBody>
          <a:bodyPr anchor="ctr"/>
          <a:lstStyle>
            <a:lvl1pPr algn="ctr">
              <a:defRPr/>
            </a:lvl1pPr>
          </a:lstStyle>
          <a:p>
            <a:endParaRPr lang="en-US"/>
          </a:p>
        </p:txBody>
      </p:sp>
      <p:sp>
        <p:nvSpPr>
          <p:cNvPr id="9" name="Text Placeholder 8">
            <a:extLst>
              <a:ext uri="{FF2B5EF4-FFF2-40B4-BE49-F238E27FC236}">
                <a16:creationId xmlns:a16="http://schemas.microsoft.com/office/drawing/2014/main" id="{119F8F94-168E-A76F-2A9F-1D254041F57B}"/>
              </a:ext>
            </a:extLst>
          </p:cNvPr>
          <p:cNvSpPr>
            <a:spLocks noGrp="1"/>
          </p:cNvSpPr>
          <p:nvPr>
            <p:ph type="body" sz="quarter" idx="13"/>
          </p:nvPr>
        </p:nvSpPr>
        <p:spPr>
          <a:xfrm>
            <a:off x="7866042" y="903288"/>
            <a:ext cx="3714750" cy="3957637"/>
          </a:xfrm>
        </p:spPr>
        <p:txBody>
          <a:bodyPr/>
          <a:lstStyle>
            <a:lvl1pPr>
              <a:defRPr sz="2400">
                <a:solidFill>
                  <a:schemeClr val="bg1"/>
                </a:solidFill>
              </a:defRPr>
            </a:lvl1pPr>
            <a:lvl2pPr>
              <a:spcBef>
                <a:spcPts val="1800"/>
              </a:spcBef>
              <a:defRPr sz="1600">
                <a:solidFill>
                  <a:schemeClr val="bg1"/>
                </a:solidFill>
              </a:defRPr>
            </a:lvl2pPr>
            <a:lvl3pPr marL="0" indent="0">
              <a:buNone/>
              <a:defRPr sz="1400">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813092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rio 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5185-B6F2-DA27-97F5-A261008249C0}"/>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5" name="Rectangle 4">
            <a:extLst>
              <a:ext uri="{FF2B5EF4-FFF2-40B4-BE49-F238E27FC236}">
                <a16:creationId xmlns:a16="http://schemas.microsoft.com/office/drawing/2014/main" id="{895E45AE-8CD3-04FD-8145-5F22A12DA9AD}"/>
              </a:ext>
            </a:extLst>
          </p:cNvPr>
          <p:cNvSpPr/>
          <p:nvPr userDrawn="1"/>
        </p:nvSpPr>
        <p:spPr>
          <a:xfrm>
            <a:off x="0" y="4220063"/>
            <a:ext cx="12192000" cy="191403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43D3821-B7C2-E329-9CF4-E787569C31B2}"/>
              </a:ext>
            </a:extLst>
          </p:cNvPr>
          <p:cNvSpPr/>
          <p:nvPr userDrawn="1"/>
        </p:nvSpPr>
        <p:spPr>
          <a:xfrm>
            <a:off x="1233708" y="4220063"/>
            <a:ext cx="2398235" cy="19026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19B13CA-8DC4-867F-D557-D69CBB8B67DA}"/>
              </a:ext>
            </a:extLst>
          </p:cNvPr>
          <p:cNvSpPr/>
          <p:nvPr userDrawn="1"/>
        </p:nvSpPr>
        <p:spPr>
          <a:xfrm>
            <a:off x="4896883" y="4220063"/>
            <a:ext cx="2398235" cy="19026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147C2C-8AD5-4E0E-B86F-FB610E2E8D77}"/>
              </a:ext>
            </a:extLst>
          </p:cNvPr>
          <p:cNvSpPr/>
          <p:nvPr userDrawn="1"/>
        </p:nvSpPr>
        <p:spPr>
          <a:xfrm>
            <a:off x="8508434" y="4220063"/>
            <a:ext cx="2398235" cy="19026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77152127-24A4-5B38-2225-CFB9E1AC963F}"/>
              </a:ext>
            </a:extLst>
          </p:cNvPr>
          <p:cNvSpPr>
            <a:spLocks noGrp="1"/>
          </p:cNvSpPr>
          <p:nvPr>
            <p:ph type="pic" sz="quarter" idx="12"/>
          </p:nvPr>
        </p:nvSpPr>
        <p:spPr>
          <a:xfrm>
            <a:off x="1233488" y="1567448"/>
            <a:ext cx="2398712" cy="2652615"/>
          </a:xfrm>
          <a:solidFill>
            <a:schemeClr val="accent2"/>
          </a:solidFill>
        </p:spPr>
        <p:txBody>
          <a:bodyPr anchor="ctr"/>
          <a:lstStyle>
            <a:lvl1pPr algn="ctr">
              <a:defRPr/>
            </a:lvl1pPr>
          </a:lstStyle>
          <a:p>
            <a:endParaRPr lang="en-US"/>
          </a:p>
        </p:txBody>
      </p:sp>
      <p:sp>
        <p:nvSpPr>
          <p:cNvPr id="12" name="Picture Placeholder 9">
            <a:extLst>
              <a:ext uri="{FF2B5EF4-FFF2-40B4-BE49-F238E27FC236}">
                <a16:creationId xmlns:a16="http://schemas.microsoft.com/office/drawing/2014/main" id="{4B1E2DD4-B1C2-7FB1-C1EA-A46F91A95F78}"/>
              </a:ext>
            </a:extLst>
          </p:cNvPr>
          <p:cNvSpPr>
            <a:spLocks noGrp="1"/>
          </p:cNvSpPr>
          <p:nvPr>
            <p:ph type="pic" sz="quarter" idx="13"/>
          </p:nvPr>
        </p:nvSpPr>
        <p:spPr>
          <a:xfrm>
            <a:off x="4896883" y="1567448"/>
            <a:ext cx="2398712" cy="2652615"/>
          </a:xfrm>
          <a:solidFill>
            <a:schemeClr val="accent2"/>
          </a:solidFill>
        </p:spPr>
        <p:txBody>
          <a:bodyPr anchor="ctr"/>
          <a:lstStyle>
            <a:lvl1pPr algn="ctr">
              <a:defRPr/>
            </a:lvl1pPr>
          </a:lstStyle>
          <a:p>
            <a:endParaRPr lang="en-US" dirty="0"/>
          </a:p>
        </p:txBody>
      </p:sp>
      <p:sp>
        <p:nvSpPr>
          <p:cNvPr id="13" name="Picture Placeholder 9">
            <a:extLst>
              <a:ext uri="{FF2B5EF4-FFF2-40B4-BE49-F238E27FC236}">
                <a16:creationId xmlns:a16="http://schemas.microsoft.com/office/drawing/2014/main" id="{5B101D83-A82D-5B8E-7FA6-80AB668E9941}"/>
              </a:ext>
            </a:extLst>
          </p:cNvPr>
          <p:cNvSpPr>
            <a:spLocks noGrp="1"/>
          </p:cNvSpPr>
          <p:nvPr>
            <p:ph type="pic" sz="quarter" idx="14"/>
          </p:nvPr>
        </p:nvSpPr>
        <p:spPr>
          <a:xfrm>
            <a:off x="8508434" y="1567448"/>
            <a:ext cx="2398712" cy="2652615"/>
          </a:xfrm>
          <a:solidFill>
            <a:schemeClr val="accent2"/>
          </a:solidFill>
        </p:spPr>
        <p:txBody>
          <a:bodyPr anchor="ctr"/>
          <a:lstStyle>
            <a:lvl1pPr algn="ctr">
              <a:defRPr/>
            </a:lvl1pPr>
          </a:lstStyle>
          <a:p>
            <a:endParaRPr lang="en-US" dirty="0"/>
          </a:p>
        </p:txBody>
      </p:sp>
      <p:sp>
        <p:nvSpPr>
          <p:cNvPr id="15" name="Text Placeholder 14">
            <a:extLst>
              <a:ext uri="{FF2B5EF4-FFF2-40B4-BE49-F238E27FC236}">
                <a16:creationId xmlns:a16="http://schemas.microsoft.com/office/drawing/2014/main" id="{02A3F5B9-E2E5-EC83-A97F-CE3D39998690}"/>
              </a:ext>
            </a:extLst>
          </p:cNvPr>
          <p:cNvSpPr>
            <a:spLocks noGrp="1"/>
          </p:cNvSpPr>
          <p:nvPr>
            <p:ph type="body" sz="quarter" idx="15"/>
          </p:nvPr>
        </p:nvSpPr>
        <p:spPr>
          <a:xfrm>
            <a:off x="832803" y="4729251"/>
            <a:ext cx="3170237" cy="1147762"/>
          </a:xfrm>
        </p:spPr>
        <p:txBody>
          <a:bodyPr/>
          <a:lstStyle>
            <a:lvl1pPr algn="ctr">
              <a:defRPr>
                <a:solidFill>
                  <a:schemeClr val="bg1"/>
                </a:solidFill>
              </a:defRPr>
            </a:lvl1pPr>
            <a:lvl2pPr algn="ctr">
              <a:defRPr>
                <a:solidFill>
                  <a:schemeClr val="bg1"/>
                </a:solidFill>
              </a:defRPr>
            </a:lvl2pPr>
            <a:lvl3pPr marL="0" indent="0" algn="ctr">
              <a:buNone/>
              <a:defRPr/>
            </a:lvl3pPr>
            <a:lvl4pPr algn="ctr">
              <a:defRPr/>
            </a:lvl4pPr>
            <a:lvl5pPr algn="ctr">
              <a:defRPr/>
            </a:lvl5pPr>
          </a:lstStyle>
          <a:p>
            <a:pPr lvl="0"/>
            <a:r>
              <a:rPr lang="en-US" dirty="0"/>
              <a:t>Click to edit Master text styles</a:t>
            </a:r>
          </a:p>
          <a:p>
            <a:pPr lvl="1"/>
            <a:r>
              <a:rPr lang="en-US" dirty="0"/>
              <a:t>Second level</a:t>
            </a:r>
          </a:p>
        </p:txBody>
      </p:sp>
      <p:sp>
        <p:nvSpPr>
          <p:cNvPr id="16" name="Text Placeholder 14">
            <a:extLst>
              <a:ext uri="{FF2B5EF4-FFF2-40B4-BE49-F238E27FC236}">
                <a16:creationId xmlns:a16="http://schemas.microsoft.com/office/drawing/2014/main" id="{E3CD09CE-CBA6-D7B7-229E-1DC0D3426C35}"/>
              </a:ext>
            </a:extLst>
          </p:cNvPr>
          <p:cNvSpPr>
            <a:spLocks noGrp="1"/>
          </p:cNvSpPr>
          <p:nvPr>
            <p:ph type="body" sz="quarter" idx="16"/>
          </p:nvPr>
        </p:nvSpPr>
        <p:spPr>
          <a:xfrm>
            <a:off x="4510882" y="4729251"/>
            <a:ext cx="3170237" cy="1147762"/>
          </a:xfrm>
        </p:spPr>
        <p:txBody>
          <a:bodyPr/>
          <a:lstStyle>
            <a:lvl1pPr algn="ctr">
              <a:defRPr>
                <a:solidFill>
                  <a:schemeClr val="bg1"/>
                </a:solidFill>
              </a:defRPr>
            </a:lvl1pPr>
            <a:lvl2pPr algn="ctr">
              <a:defRPr>
                <a:solidFill>
                  <a:schemeClr val="bg1"/>
                </a:solidFill>
              </a:defRPr>
            </a:lvl2pPr>
            <a:lvl3pPr marL="0" indent="0" algn="ctr">
              <a:buNone/>
              <a:defRPr/>
            </a:lvl3pPr>
            <a:lvl4pPr algn="ctr">
              <a:defRPr/>
            </a:lvl4pPr>
            <a:lvl5pPr algn="ctr">
              <a:defRPr/>
            </a:lvl5pPr>
          </a:lstStyle>
          <a:p>
            <a:pPr lvl="0"/>
            <a:r>
              <a:rPr lang="en-US" dirty="0"/>
              <a:t>Click to edit Master text styles</a:t>
            </a:r>
          </a:p>
          <a:p>
            <a:pPr lvl="1"/>
            <a:r>
              <a:rPr lang="en-US" dirty="0"/>
              <a:t>Second level</a:t>
            </a:r>
          </a:p>
        </p:txBody>
      </p:sp>
      <p:sp>
        <p:nvSpPr>
          <p:cNvPr id="17" name="Text Placeholder 14">
            <a:extLst>
              <a:ext uri="{FF2B5EF4-FFF2-40B4-BE49-F238E27FC236}">
                <a16:creationId xmlns:a16="http://schemas.microsoft.com/office/drawing/2014/main" id="{50936DEA-0015-2C53-7764-81D237AA5780}"/>
              </a:ext>
            </a:extLst>
          </p:cNvPr>
          <p:cNvSpPr>
            <a:spLocks noGrp="1"/>
          </p:cNvSpPr>
          <p:nvPr>
            <p:ph type="body" sz="quarter" idx="17"/>
          </p:nvPr>
        </p:nvSpPr>
        <p:spPr>
          <a:xfrm>
            <a:off x="8133080" y="4729251"/>
            <a:ext cx="3170237" cy="1147762"/>
          </a:xfrm>
        </p:spPr>
        <p:txBody>
          <a:bodyPr/>
          <a:lstStyle>
            <a:lvl1pPr algn="ctr">
              <a:defRPr>
                <a:solidFill>
                  <a:schemeClr val="bg1"/>
                </a:solidFill>
              </a:defRPr>
            </a:lvl1pPr>
            <a:lvl2pPr algn="ctr">
              <a:defRPr>
                <a:solidFill>
                  <a:schemeClr val="bg1"/>
                </a:solidFill>
              </a:defRPr>
            </a:lvl2pPr>
            <a:lvl3pPr marL="0" indent="0" algn="ctr">
              <a:buNone/>
              <a:defRPr/>
            </a:lvl3pPr>
            <a:lvl4pPr algn="ctr">
              <a:defRPr/>
            </a:lvl4pPr>
            <a:lvl5pPr algn="ctr">
              <a:defRPr/>
            </a:lvl5pPr>
          </a:lstStyle>
          <a:p>
            <a:pPr lvl="0"/>
            <a:r>
              <a:rPr lang="en-US" dirty="0"/>
              <a:t>Click to edit Master text styles</a:t>
            </a:r>
          </a:p>
          <a:p>
            <a:pPr lvl="1"/>
            <a:r>
              <a:rPr lang="en-US" dirty="0"/>
              <a:t>Second level</a:t>
            </a:r>
          </a:p>
        </p:txBody>
      </p:sp>
      <p:sp>
        <p:nvSpPr>
          <p:cNvPr id="21" name="Footer Placeholder 5">
            <a:extLst>
              <a:ext uri="{FF2B5EF4-FFF2-40B4-BE49-F238E27FC236}">
                <a16:creationId xmlns:a16="http://schemas.microsoft.com/office/drawing/2014/main" id="{35EEC88B-64D7-58A8-A6A3-BAE15852FF3D}"/>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2" name="Slide Number Placeholder 6">
            <a:extLst>
              <a:ext uri="{FF2B5EF4-FFF2-40B4-BE49-F238E27FC236}">
                <a16:creationId xmlns:a16="http://schemas.microsoft.com/office/drawing/2014/main" id="{9DA960EC-7047-D992-6A0D-B2B2BF704DDC}"/>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23" name="Text Placeholder 5">
            <a:extLst>
              <a:ext uri="{FF2B5EF4-FFF2-40B4-BE49-F238E27FC236}">
                <a16:creationId xmlns:a16="http://schemas.microsoft.com/office/drawing/2014/main" id="{73B05B23-359F-5932-B1A5-F90563302333}"/>
              </a:ext>
            </a:extLst>
          </p:cNvPr>
          <p:cNvSpPr>
            <a:spLocks noGrp="1"/>
          </p:cNvSpPr>
          <p:nvPr>
            <p:ph type="body" sz="quarter" idx="18"/>
          </p:nvPr>
        </p:nvSpPr>
        <p:spPr>
          <a:xfrm>
            <a:off x="512763" y="1051561"/>
            <a:ext cx="11166475"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Tree>
    <p:extLst>
      <p:ext uri="{BB962C8B-B14F-4D97-AF65-F5344CB8AC3E}">
        <p14:creationId xmlns:p14="http://schemas.microsoft.com/office/powerpoint/2010/main" val="1014201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27E08-94CF-6FA6-259A-D4B0215436A1}"/>
              </a:ext>
            </a:extLst>
          </p:cNvPr>
          <p:cNvSpPr>
            <a:spLocks noGrp="1"/>
          </p:cNvSpPr>
          <p:nvPr>
            <p:ph type="title" hasCustomPrompt="1"/>
          </p:nvPr>
        </p:nvSpPr>
        <p:spPr>
          <a:xfrm>
            <a:off x="511427" y="2357290"/>
            <a:ext cx="3593213" cy="980194"/>
          </a:xfrm>
        </p:spPr>
        <p:txBody>
          <a:bodyPr/>
          <a:lstStyle>
            <a:lvl1pPr>
              <a:defRPr sz="5400">
                <a:latin typeface="Georgia" panose="02040502050405020303" pitchFamily="18" charset="0"/>
              </a:defRPr>
            </a:lvl1pPr>
          </a:lstStyle>
          <a:p>
            <a:r>
              <a:rPr lang="en-US" dirty="0"/>
              <a:t>Agenda</a:t>
            </a:r>
          </a:p>
        </p:txBody>
      </p:sp>
      <p:sp>
        <p:nvSpPr>
          <p:cNvPr id="5" name="Rectangle 4">
            <a:extLst>
              <a:ext uri="{FF2B5EF4-FFF2-40B4-BE49-F238E27FC236}">
                <a16:creationId xmlns:a16="http://schemas.microsoft.com/office/drawing/2014/main" id="{4FAF18C4-8E88-BC25-A282-A9E543495953}"/>
              </a:ext>
            </a:extLst>
          </p:cNvPr>
          <p:cNvSpPr/>
          <p:nvPr userDrawn="1"/>
        </p:nvSpPr>
        <p:spPr>
          <a:xfrm>
            <a:off x="4104640" y="619760"/>
            <a:ext cx="8087360" cy="514096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Content Placeholder 4">
            <a:extLst>
              <a:ext uri="{FF2B5EF4-FFF2-40B4-BE49-F238E27FC236}">
                <a16:creationId xmlns:a16="http://schemas.microsoft.com/office/drawing/2014/main" id="{98F1CF70-BAC4-4070-0CC3-53C7E9D3856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4104641" y="5509548"/>
            <a:ext cx="8085245" cy="251171"/>
          </a:xfrm>
          <a:prstGeom prst="rect">
            <a:avLst/>
          </a:prstGeom>
        </p:spPr>
      </p:pic>
      <p:cxnSp>
        <p:nvCxnSpPr>
          <p:cNvPr id="7" name="Straight Connector 6">
            <a:extLst>
              <a:ext uri="{FF2B5EF4-FFF2-40B4-BE49-F238E27FC236}">
                <a16:creationId xmlns:a16="http://schemas.microsoft.com/office/drawing/2014/main" id="{81604BCD-BC3A-DE84-90AD-BB35133C98FF}"/>
              </a:ext>
            </a:extLst>
          </p:cNvPr>
          <p:cNvCxnSpPr>
            <a:cxnSpLocks/>
          </p:cNvCxnSpPr>
          <p:nvPr userDrawn="1"/>
        </p:nvCxnSpPr>
        <p:spPr>
          <a:xfrm>
            <a:off x="512763" y="1696519"/>
            <a:ext cx="1424596"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8" name="Text Placeholder 10">
            <a:extLst>
              <a:ext uri="{FF2B5EF4-FFF2-40B4-BE49-F238E27FC236}">
                <a16:creationId xmlns:a16="http://schemas.microsoft.com/office/drawing/2014/main" id="{F7FF7787-EC31-5F16-15F3-D99D80060DCB}"/>
              </a:ext>
            </a:extLst>
          </p:cNvPr>
          <p:cNvSpPr>
            <a:spLocks noGrp="1"/>
          </p:cNvSpPr>
          <p:nvPr>
            <p:ph type="body" sz="quarter" idx="12"/>
          </p:nvPr>
        </p:nvSpPr>
        <p:spPr>
          <a:xfrm>
            <a:off x="512763" y="1217639"/>
            <a:ext cx="2977197" cy="402336"/>
          </a:xfrm>
        </p:spPr>
        <p:txBody>
          <a:bodyPr>
            <a:noAutofit/>
          </a:bodyPr>
          <a:lstStyle>
            <a:lvl1pPr>
              <a:defRPr sz="1800" i="0">
                <a:solidFill>
                  <a:schemeClr val="tx2"/>
                </a:solidFill>
              </a:defRPr>
            </a:lvl1pPr>
          </a:lstStyle>
          <a:p>
            <a:pPr lvl="0"/>
            <a:r>
              <a:rPr lang="en-US" dirty="0"/>
              <a:t>Click to edit Master text styles</a:t>
            </a:r>
          </a:p>
        </p:txBody>
      </p:sp>
      <p:sp>
        <p:nvSpPr>
          <p:cNvPr id="13" name="Footer Placeholder 5">
            <a:extLst>
              <a:ext uri="{FF2B5EF4-FFF2-40B4-BE49-F238E27FC236}">
                <a16:creationId xmlns:a16="http://schemas.microsoft.com/office/drawing/2014/main" id="{C4E4B447-5E78-26D1-11D4-9F10C5ADB49A}"/>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4" name="Slide Number Placeholder 6">
            <a:extLst>
              <a:ext uri="{FF2B5EF4-FFF2-40B4-BE49-F238E27FC236}">
                <a16:creationId xmlns:a16="http://schemas.microsoft.com/office/drawing/2014/main" id="{DE2CBB75-E971-3468-55D8-59660AE2DE5D}"/>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840923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32017E2-0C1F-52A1-C0B6-4354EC8C6656}"/>
              </a:ext>
            </a:extLst>
          </p:cNvPr>
          <p:cNvSpPr>
            <a:spLocks noGrp="1"/>
          </p:cNvSpPr>
          <p:nvPr>
            <p:ph type="pic" sz="quarter" idx="12" hasCustomPrompt="1"/>
          </p:nvPr>
        </p:nvSpPr>
        <p:spPr>
          <a:xfrm>
            <a:off x="0" y="0"/>
            <a:ext cx="12192000" cy="6134100"/>
          </a:xfrm>
          <a:solidFill>
            <a:schemeClr val="accent2"/>
          </a:solidFill>
        </p:spPr>
        <p:txBody>
          <a:bodyPr anchor="ctr"/>
          <a:lstStyle>
            <a:lvl1pPr algn="ctr">
              <a:defRPr b="0">
                <a:solidFill>
                  <a:schemeClr val="tx1">
                    <a:lumMod val="65000"/>
                    <a:lumOff val="35000"/>
                  </a:schemeClr>
                </a:solidFill>
              </a:defRPr>
            </a:lvl1pPr>
          </a:lstStyle>
          <a:p>
            <a:r>
              <a:rPr lang="en-US" dirty="0"/>
              <a:t>Image only slide (click icon to add image)</a:t>
            </a:r>
          </a:p>
        </p:txBody>
      </p:sp>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4006429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Only_GRADIENT">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822EF925-F91E-CF0B-2906-3149E56CD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537" y="6134100"/>
            <a:ext cx="12189463" cy="723901"/>
          </a:xfrm>
          <a:prstGeom prst="rect">
            <a:avLst/>
          </a:prstGeom>
        </p:spPr>
      </p:pic>
      <p:sp>
        <p:nvSpPr>
          <p:cNvPr id="6" name="Picture Placeholder 5">
            <a:extLst>
              <a:ext uri="{FF2B5EF4-FFF2-40B4-BE49-F238E27FC236}">
                <a16:creationId xmlns:a16="http://schemas.microsoft.com/office/drawing/2014/main" id="{C32017E2-0C1F-52A1-C0B6-4354EC8C6656}"/>
              </a:ext>
            </a:extLst>
          </p:cNvPr>
          <p:cNvSpPr>
            <a:spLocks noGrp="1"/>
          </p:cNvSpPr>
          <p:nvPr>
            <p:ph type="pic" sz="quarter" idx="12" hasCustomPrompt="1"/>
          </p:nvPr>
        </p:nvSpPr>
        <p:spPr>
          <a:xfrm>
            <a:off x="0" y="0"/>
            <a:ext cx="12192000" cy="6134100"/>
          </a:xfrm>
          <a:solidFill>
            <a:schemeClr val="accent2"/>
          </a:solidFill>
        </p:spPr>
        <p:txBody>
          <a:bodyPr anchor="ctr"/>
          <a:lstStyle>
            <a:lvl1pPr algn="ctr">
              <a:defRPr b="0">
                <a:solidFill>
                  <a:schemeClr val="tx1">
                    <a:lumMod val="65000"/>
                    <a:lumOff val="35000"/>
                  </a:schemeClr>
                </a:solidFill>
              </a:defRPr>
            </a:lvl1pPr>
          </a:lstStyle>
          <a:p>
            <a:r>
              <a:rPr lang="en-US" dirty="0"/>
              <a:t>Image only slide (click icon to add image)</a:t>
            </a:r>
          </a:p>
        </p:txBody>
      </p:sp>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pic>
        <p:nvPicPr>
          <p:cNvPr id="3" name="Graphic 2">
            <a:extLst>
              <a:ext uri="{FF2B5EF4-FFF2-40B4-BE49-F238E27FC236}">
                <a16:creationId xmlns:a16="http://schemas.microsoft.com/office/drawing/2014/main" id="{FE06A606-B049-1036-FB09-50B455B5BAA2}"/>
              </a:ext>
            </a:extLst>
          </p:cNvPr>
          <p:cNvPicPr>
            <a:picLocks noChangeAspect="1"/>
          </p:cNvPicPr>
          <p:nvPr userDrawn="1"/>
        </p:nvPicPr>
        <p:blipFill>
          <a:blip r:embed="rId3">
            <a:extLst>
              <a:ext uri="{96DAC541-7B7A-43D3-8B79-37D633B846F1}">
                <asvg:svgBlip xmlns:asvg="http://schemas.microsoft.com/office/drawing/2016/SVG/main" r:embed="rId4"/>
              </a:ext>
            </a:extLst>
          </a:blip>
          <a:srcRect r="41905"/>
          <a:stretch>
            <a:fillRect/>
          </a:stretch>
        </p:blipFill>
        <p:spPr>
          <a:xfrm>
            <a:off x="511426" y="6353070"/>
            <a:ext cx="1381169" cy="323734"/>
          </a:xfrm>
          <a:prstGeom prst="rect">
            <a:avLst/>
          </a:prstGeom>
        </p:spPr>
      </p:pic>
    </p:spTree>
    <p:extLst>
      <p:ext uri="{BB962C8B-B14F-4D97-AF65-F5344CB8AC3E}">
        <p14:creationId xmlns:p14="http://schemas.microsoft.com/office/powerpoint/2010/main" val="3852114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er, subhead and gradient footer">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822EF925-F91E-CF0B-2906-3149E56CD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6134099"/>
            <a:ext cx="12190732" cy="723901"/>
          </a:xfrm>
          <a:prstGeom prst="rect">
            <a:avLst/>
          </a:prstGeom>
        </p:spPr>
      </p:pic>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
        <p:nvSpPr>
          <p:cNvPr id="5" name="Title 1">
            <a:extLst>
              <a:ext uri="{FF2B5EF4-FFF2-40B4-BE49-F238E27FC236}">
                <a16:creationId xmlns:a16="http://schemas.microsoft.com/office/drawing/2014/main" id="{7588FC03-5CCE-0D86-8A3A-F919435777AE}"/>
              </a:ext>
            </a:extLst>
          </p:cNvPr>
          <p:cNvSpPr>
            <a:spLocks noGrp="1"/>
          </p:cNvSpPr>
          <p:nvPr>
            <p:ph type="title"/>
          </p:nvPr>
        </p:nvSpPr>
        <p:spPr>
          <a:xfrm>
            <a:off x="511427" y="437444"/>
            <a:ext cx="11167811" cy="614116"/>
          </a:xfrm>
        </p:spPr>
        <p:txBody>
          <a:bodyPr/>
          <a:lstStyle/>
          <a:p>
            <a:r>
              <a:rPr lang="en-US" dirty="0"/>
              <a:t>Click to edit Master title style</a:t>
            </a:r>
          </a:p>
        </p:txBody>
      </p:sp>
      <p:sp>
        <p:nvSpPr>
          <p:cNvPr id="7" name="Text Placeholder 5">
            <a:extLst>
              <a:ext uri="{FF2B5EF4-FFF2-40B4-BE49-F238E27FC236}">
                <a16:creationId xmlns:a16="http://schemas.microsoft.com/office/drawing/2014/main" id="{A2BE9C5B-C374-57E0-7BD7-2A01F8707B02}"/>
              </a:ext>
            </a:extLst>
          </p:cNvPr>
          <p:cNvSpPr>
            <a:spLocks noGrp="1"/>
          </p:cNvSpPr>
          <p:nvPr>
            <p:ph type="body" sz="quarter" idx="12"/>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pic>
        <p:nvPicPr>
          <p:cNvPr id="6" name="Graphic 5">
            <a:extLst>
              <a:ext uri="{FF2B5EF4-FFF2-40B4-BE49-F238E27FC236}">
                <a16:creationId xmlns:a16="http://schemas.microsoft.com/office/drawing/2014/main" id="{E90BD3B1-489B-2447-0D11-E1BF10A2A188}"/>
              </a:ext>
            </a:extLst>
          </p:cNvPr>
          <p:cNvPicPr>
            <a:picLocks noChangeAspect="1"/>
          </p:cNvPicPr>
          <p:nvPr userDrawn="1"/>
        </p:nvPicPr>
        <p:blipFill>
          <a:blip r:embed="rId3">
            <a:extLst>
              <a:ext uri="{96DAC541-7B7A-43D3-8B79-37D633B846F1}">
                <asvg:svgBlip xmlns:asvg="http://schemas.microsoft.com/office/drawing/2016/SVG/main" r:embed="rId4"/>
              </a:ext>
            </a:extLst>
          </a:blip>
          <a:srcRect r="41905"/>
          <a:stretch>
            <a:fillRect/>
          </a:stretch>
        </p:blipFill>
        <p:spPr>
          <a:xfrm>
            <a:off x="511426" y="6353070"/>
            <a:ext cx="1381169" cy="323734"/>
          </a:xfrm>
          <a:prstGeom prst="rect">
            <a:avLst/>
          </a:prstGeom>
        </p:spPr>
      </p:pic>
    </p:spTree>
    <p:extLst>
      <p:ext uri="{BB962C8B-B14F-4D97-AF65-F5344CB8AC3E}">
        <p14:creationId xmlns:p14="http://schemas.microsoft.com/office/powerpoint/2010/main" val="371347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er, subhead and red foot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03525CB-3575-15ED-8355-4B7991B1D33D}"/>
              </a:ext>
            </a:extLst>
          </p:cNvPr>
          <p:cNvSpPr/>
          <p:nvPr userDrawn="1"/>
        </p:nvSpPr>
        <p:spPr>
          <a:xfrm>
            <a:off x="0" y="6134099"/>
            <a:ext cx="12192000" cy="72920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
        <p:nvSpPr>
          <p:cNvPr id="5" name="Title 1">
            <a:extLst>
              <a:ext uri="{FF2B5EF4-FFF2-40B4-BE49-F238E27FC236}">
                <a16:creationId xmlns:a16="http://schemas.microsoft.com/office/drawing/2014/main" id="{7588FC03-5CCE-0D86-8A3A-F919435777AE}"/>
              </a:ext>
            </a:extLst>
          </p:cNvPr>
          <p:cNvSpPr>
            <a:spLocks noGrp="1"/>
          </p:cNvSpPr>
          <p:nvPr>
            <p:ph type="title"/>
          </p:nvPr>
        </p:nvSpPr>
        <p:spPr>
          <a:xfrm>
            <a:off x="511427" y="437444"/>
            <a:ext cx="11167811" cy="614116"/>
          </a:xfrm>
        </p:spPr>
        <p:txBody>
          <a:bodyPr/>
          <a:lstStyle/>
          <a:p>
            <a:r>
              <a:rPr lang="en-US" dirty="0"/>
              <a:t>Click to edit Master title style</a:t>
            </a:r>
          </a:p>
        </p:txBody>
      </p:sp>
      <p:sp>
        <p:nvSpPr>
          <p:cNvPr id="7" name="Text Placeholder 5">
            <a:extLst>
              <a:ext uri="{FF2B5EF4-FFF2-40B4-BE49-F238E27FC236}">
                <a16:creationId xmlns:a16="http://schemas.microsoft.com/office/drawing/2014/main" id="{A2BE9C5B-C374-57E0-7BD7-2A01F8707B02}"/>
              </a:ext>
            </a:extLst>
          </p:cNvPr>
          <p:cNvSpPr>
            <a:spLocks noGrp="1"/>
          </p:cNvSpPr>
          <p:nvPr>
            <p:ph type="body" sz="quarter" idx="12"/>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pic>
        <p:nvPicPr>
          <p:cNvPr id="2" name="Graphic 1">
            <a:extLst>
              <a:ext uri="{FF2B5EF4-FFF2-40B4-BE49-F238E27FC236}">
                <a16:creationId xmlns:a16="http://schemas.microsoft.com/office/drawing/2014/main" id="{DA132C04-CB78-14F0-5958-754E3BF58D22}"/>
              </a:ext>
            </a:extLst>
          </p:cNvPr>
          <p:cNvPicPr>
            <a:picLocks noChangeAspect="1"/>
          </p:cNvPicPr>
          <p:nvPr userDrawn="1"/>
        </p:nvPicPr>
        <p:blipFill>
          <a:blip r:embed="rId2">
            <a:extLst>
              <a:ext uri="{96DAC541-7B7A-43D3-8B79-37D633B846F1}">
                <asvg:svgBlip xmlns:asvg="http://schemas.microsoft.com/office/drawing/2016/SVG/main" r:embed="rId3"/>
              </a:ext>
            </a:extLst>
          </a:blip>
          <a:srcRect r="42800"/>
          <a:stretch>
            <a:fillRect/>
          </a:stretch>
        </p:blipFill>
        <p:spPr>
          <a:xfrm>
            <a:off x="511426" y="6353070"/>
            <a:ext cx="1359904" cy="323734"/>
          </a:xfrm>
          <a:prstGeom prst="rect">
            <a:avLst/>
          </a:prstGeom>
        </p:spPr>
      </p:pic>
    </p:spTree>
    <p:extLst>
      <p:ext uri="{BB962C8B-B14F-4D97-AF65-F5344CB8AC3E}">
        <p14:creationId xmlns:p14="http://schemas.microsoft.com/office/powerpoint/2010/main" val="3685026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reaker 1">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0EE4CDF9-A3FF-60F3-225A-734B7689318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42750F60-94FB-79D6-0C78-BB344949A7FA}"/>
              </a:ext>
            </a:extLst>
          </p:cNvPr>
          <p:cNvPicPr>
            <a:picLocks noChangeAspect="1"/>
          </p:cNvPicPr>
          <p:nvPr userDrawn="1"/>
        </p:nvPicPr>
        <p:blipFill>
          <a:blip r:embed="rId3"/>
          <a:srcRect t="591" r="26918" b="32805"/>
          <a:stretch/>
        </p:blipFill>
        <p:spPr>
          <a:xfrm>
            <a:off x="5613242" y="0"/>
            <a:ext cx="6578757" cy="6858000"/>
          </a:xfrm>
          <a:prstGeom prst="rect">
            <a:avLst/>
          </a:prstGeom>
        </p:spPr>
      </p:pic>
      <p:pic>
        <p:nvPicPr>
          <p:cNvPr id="10" name="Graphic 9">
            <a:extLst>
              <a:ext uri="{FF2B5EF4-FFF2-40B4-BE49-F238E27FC236}">
                <a16:creationId xmlns:a16="http://schemas.microsoft.com/office/drawing/2014/main" id="{9275B372-8BD2-273A-2BEE-315CE5994D44}"/>
              </a:ext>
            </a:extLst>
          </p:cNvPr>
          <p:cNvPicPr>
            <a:picLocks noChangeAspect="1"/>
          </p:cNvPicPr>
          <p:nvPr userDrawn="1"/>
        </p:nvPicPr>
        <p:blipFill>
          <a:blip r:embed="rId4">
            <a:extLst>
              <a:ext uri="{96DAC541-7B7A-43D3-8B79-37D633B846F1}">
                <asvg:svgBlip xmlns:asvg="http://schemas.microsoft.com/office/drawing/2016/SVG/main" r:embed="rId5"/>
              </a:ext>
            </a:extLst>
          </a:blip>
          <a:srcRect r="42466"/>
          <a:stretch>
            <a:fillRect/>
          </a:stretch>
        </p:blipFill>
        <p:spPr>
          <a:xfrm>
            <a:off x="512763" y="1500396"/>
            <a:ext cx="2377921" cy="562806"/>
          </a:xfrm>
          <a:prstGeom prst="rect">
            <a:avLst/>
          </a:prstGeom>
        </p:spPr>
      </p:pic>
      <p:sp>
        <p:nvSpPr>
          <p:cNvPr id="12" name="Text Placeholder 15">
            <a:extLst>
              <a:ext uri="{FF2B5EF4-FFF2-40B4-BE49-F238E27FC236}">
                <a16:creationId xmlns:a16="http://schemas.microsoft.com/office/drawing/2014/main" id="{1298D4D4-817F-775A-F0A7-805017E61827}"/>
              </a:ext>
            </a:extLst>
          </p:cNvPr>
          <p:cNvSpPr>
            <a:spLocks noGrp="1"/>
          </p:cNvSpPr>
          <p:nvPr>
            <p:ph type="body" sz="quarter" idx="13"/>
          </p:nvPr>
        </p:nvSpPr>
        <p:spPr>
          <a:xfrm>
            <a:off x="512763" y="2451633"/>
            <a:ext cx="5472849"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sp>
        <p:nvSpPr>
          <p:cNvPr id="13" name="TextBox 12">
            <a:extLst>
              <a:ext uri="{FF2B5EF4-FFF2-40B4-BE49-F238E27FC236}">
                <a16:creationId xmlns:a16="http://schemas.microsoft.com/office/drawing/2014/main" id="{CDC51F79-C1BF-23EE-E735-4465B3DB39B0}"/>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Tree>
    <p:extLst>
      <p:ext uri="{BB962C8B-B14F-4D97-AF65-F5344CB8AC3E}">
        <p14:creationId xmlns:p14="http://schemas.microsoft.com/office/powerpoint/2010/main" val="3817666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reaker 2">
    <p:spTree>
      <p:nvGrpSpPr>
        <p:cNvPr id="1" name=""/>
        <p:cNvGrpSpPr/>
        <p:nvPr/>
      </p:nvGrpSpPr>
      <p:grpSpPr>
        <a:xfrm>
          <a:off x="0" y="0"/>
          <a:ext cx="0" cy="0"/>
          <a:chOff x="0" y="0"/>
          <a:chExt cx="0" cy="0"/>
        </a:xfrm>
      </p:grpSpPr>
      <p:pic>
        <p:nvPicPr>
          <p:cNvPr id="3074" name="Picture 2" descr="PhD in Social Work - Brown School at Washington University in St. Louis">
            <a:extLst>
              <a:ext uri="{FF2B5EF4-FFF2-40B4-BE49-F238E27FC236}">
                <a16:creationId xmlns:a16="http://schemas.microsoft.com/office/drawing/2014/main" id="{4F9A68E1-9E2A-544D-6695-F11E6951FED4}"/>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b="6404"/>
          <a:stretch>
            <a:fillRect/>
          </a:stretch>
        </p:blipFill>
        <p:spPr bwMode="auto">
          <a:xfrm>
            <a:off x="0" y="-1"/>
            <a:ext cx="5135880" cy="6858001"/>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descr="A red and green background&#10;&#10;AI-generated content may be incorrect.">
            <a:extLst>
              <a:ext uri="{FF2B5EF4-FFF2-40B4-BE49-F238E27FC236}">
                <a16:creationId xmlns:a16="http://schemas.microsoft.com/office/drawing/2014/main" id="{8F956D9F-0A69-EE76-C183-A385E517B76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5135880" y="0"/>
            <a:ext cx="7056120" cy="6858000"/>
          </a:xfrm>
          <a:prstGeom prst="rect">
            <a:avLst/>
          </a:prstGeom>
        </p:spPr>
      </p:pic>
      <p:sp>
        <p:nvSpPr>
          <p:cNvPr id="8" name="Text Placeholder 15">
            <a:extLst>
              <a:ext uri="{FF2B5EF4-FFF2-40B4-BE49-F238E27FC236}">
                <a16:creationId xmlns:a16="http://schemas.microsoft.com/office/drawing/2014/main" id="{302A3209-7CC7-A2A4-5597-06B82D23E37E}"/>
              </a:ext>
            </a:extLst>
          </p:cNvPr>
          <p:cNvSpPr>
            <a:spLocks noGrp="1"/>
          </p:cNvSpPr>
          <p:nvPr>
            <p:ph type="body" sz="quarter" idx="13"/>
          </p:nvPr>
        </p:nvSpPr>
        <p:spPr>
          <a:xfrm>
            <a:off x="6979921" y="1487665"/>
            <a:ext cx="4699317"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pic>
        <p:nvPicPr>
          <p:cNvPr id="10" name="Graphic 9">
            <a:extLst>
              <a:ext uri="{FF2B5EF4-FFF2-40B4-BE49-F238E27FC236}">
                <a16:creationId xmlns:a16="http://schemas.microsoft.com/office/drawing/2014/main" id="{32F57A4A-EAEE-8F7F-EA10-43FBDD977B97}"/>
              </a:ext>
            </a:extLst>
          </p:cNvPr>
          <p:cNvPicPr>
            <a:picLocks noChangeAspect="1"/>
          </p:cNvPicPr>
          <p:nvPr userDrawn="1"/>
        </p:nvPicPr>
        <p:blipFill>
          <a:blip r:embed="rId4">
            <a:extLst>
              <a:ext uri="{96DAC541-7B7A-43D3-8B79-37D633B846F1}">
                <asvg:svgBlip xmlns:asvg="http://schemas.microsoft.com/office/drawing/2016/SVG/main" r:embed="rId5"/>
              </a:ext>
            </a:extLst>
          </a:blip>
          <a:srcRect r="41317"/>
          <a:stretch>
            <a:fillRect/>
          </a:stretch>
        </p:blipFill>
        <p:spPr>
          <a:xfrm>
            <a:off x="6979921" y="755694"/>
            <a:ext cx="1493519" cy="346564"/>
          </a:xfrm>
          <a:prstGeom prst="rect">
            <a:avLst/>
          </a:prstGeom>
        </p:spPr>
      </p:pic>
      <p:sp>
        <p:nvSpPr>
          <p:cNvPr id="13" name="TextBox 12">
            <a:extLst>
              <a:ext uri="{FF2B5EF4-FFF2-40B4-BE49-F238E27FC236}">
                <a16:creationId xmlns:a16="http://schemas.microsoft.com/office/drawing/2014/main" id="{BA2A41D4-AB3D-151D-66DD-4962AAC7904A}"/>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14" name="Footer Placeholder 5">
            <a:extLst>
              <a:ext uri="{FF2B5EF4-FFF2-40B4-BE49-F238E27FC236}">
                <a16:creationId xmlns:a16="http://schemas.microsoft.com/office/drawing/2014/main" id="{466E0752-FF39-E98C-C771-E737A49D9DAE}"/>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344416E3-AC56-3F3E-611F-87B839A4BD81}"/>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0093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reaker 3">
    <p:spTree>
      <p:nvGrpSpPr>
        <p:cNvPr id="1" name=""/>
        <p:cNvGrpSpPr/>
        <p:nvPr/>
      </p:nvGrpSpPr>
      <p:grpSpPr>
        <a:xfrm>
          <a:off x="0" y="0"/>
          <a:ext cx="0" cy="0"/>
          <a:chOff x="0" y="0"/>
          <a:chExt cx="0" cy="0"/>
        </a:xfrm>
      </p:grpSpPr>
      <p:pic>
        <p:nvPicPr>
          <p:cNvPr id="2052" name="Picture 4" descr="Master of Social Work - Brown School at Washington University in St. Louis">
            <a:extLst>
              <a:ext uri="{FF2B5EF4-FFF2-40B4-BE49-F238E27FC236}">
                <a16:creationId xmlns:a16="http://schemas.microsoft.com/office/drawing/2014/main" id="{397DCBF1-43F9-4AFE-21A3-1A39F7F9B886}"/>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3202" b="3202"/>
          <a:stretch>
            <a:fillRect/>
          </a:stretch>
        </p:blipFill>
        <p:spPr bwMode="auto">
          <a:xfrm>
            <a:off x="0" y="1"/>
            <a:ext cx="513588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descr="A red and green background&#10;&#10;AI-generated content may be incorrect.">
            <a:extLst>
              <a:ext uri="{FF2B5EF4-FFF2-40B4-BE49-F238E27FC236}">
                <a16:creationId xmlns:a16="http://schemas.microsoft.com/office/drawing/2014/main" id="{8F956D9F-0A69-EE76-C183-A385E517B76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5135880" y="0"/>
            <a:ext cx="7056120" cy="6858000"/>
          </a:xfrm>
          <a:prstGeom prst="rect">
            <a:avLst/>
          </a:prstGeom>
        </p:spPr>
      </p:pic>
      <p:sp>
        <p:nvSpPr>
          <p:cNvPr id="8" name="Text Placeholder 15">
            <a:extLst>
              <a:ext uri="{FF2B5EF4-FFF2-40B4-BE49-F238E27FC236}">
                <a16:creationId xmlns:a16="http://schemas.microsoft.com/office/drawing/2014/main" id="{302A3209-7CC7-A2A4-5597-06B82D23E37E}"/>
              </a:ext>
            </a:extLst>
          </p:cNvPr>
          <p:cNvSpPr>
            <a:spLocks noGrp="1"/>
          </p:cNvSpPr>
          <p:nvPr>
            <p:ph type="body" sz="quarter" idx="13"/>
          </p:nvPr>
        </p:nvSpPr>
        <p:spPr>
          <a:xfrm>
            <a:off x="6979921" y="1487665"/>
            <a:ext cx="4699317"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pic>
        <p:nvPicPr>
          <p:cNvPr id="10" name="Graphic 9">
            <a:extLst>
              <a:ext uri="{FF2B5EF4-FFF2-40B4-BE49-F238E27FC236}">
                <a16:creationId xmlns:a16="http://schemas.microsoft.com/office/drawing/2014/main" id="{32F57A4A-EAEE-8F7F-EA10-43FBDD977B97}"/>
              </a:ext>
            </a:extLst>
          </p:cNvPr>
          <p:cNvPicPr>
            <a:picLocks noChangeAspect="1"/>
          </p:cNvPicPr>
          <p:nvPr userDrawn="1"/>
        </p:nvPicPr>
        <p:blipFill>
          <a:blip r:embed="rId4">
            <a:extLst>
              <a:ext uri="{96DAC541-7B7A-43D3-8B79-37D633B846F1}">
                <asvg:svgBlip xmlns:asvg="http://schemas.microsoft.com/office/drawing/2016/SVG/main" r:embed="rId5"/>
              </a:ext>
            </a:extLst>
          </a:blip>
          <a:srcRect r="42189"/>
          <a:stretch>
            <a:fillRect/>
          </a:stretch>
        </p:blipFill>
        <p:spPr>
          <a:xfrm>
            <a:off x="6979922" y="755694"/>
            <a:ext cx="1471352" cy="346564"/>
          </a:xfrm>
          <a:prstGeom prst="rect">
            <a:avLst/>
          </a:prstGeom>
        </p:spPr>
      </p:pic>
      <p:sp>
        <p:nvSpPr>
          <p:cNvPr id="2" name="TextBox 1">
            <a:extLst>
              <a:ext uri="{FF2B5EF4-FFF2-40B4-BE49-F238E27FC236}">
                <a16:creationId xmlns:a16="http://schemas.microsoft.com/office/drawing/2014/main" id="{F1FFF015-5AA5-9FD6-BE0F-F0E14040F9A8}"/>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6" name="Footer Placeholder 5">
            <a:extLst>
              <a:ext uri="{FF2B5EF4-FFF2-40B4-BE49-F238E27FC236}">
                <a16:creationId xmlns:a16="http://schemas.microsoft.com/office/drawing/2014/main" id="{A51CCE03-8C2C-223C-A359-11D05E7AE85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7" name="Slide Number Placeholder 6">
            <a:extLst>
              <a:ext uri="{FF2B5EF4-FFF2-40B4-BE49-F238E27FC236}">
                <a16:creationId xmlns:a16="http://schemas.microsoft.com/office/drawing/2014/main" id="{B298CEF6-7196-D2B3-7D3B-ADF792888D5F}"/>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236022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reaker 4">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8F956D9F-0A69-EE76-C183-A385E517B76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135880" y="0"/>
            <a:ext cx="7056120" cy="6858000"/>
          </a:xfrm>
          <a:prstGeom prst="rect">
            <a:avLst/>
          </a:prstGeom>
        </p:spPr>
      </p:pic>
      <p:sp>
        <p:nvSpPr>
          <p:cNvPr id="9" name="Picture Placeholder 6">
            <a:extLst>
              <a:ext uri="{FF2B5EF4-FFF2-40B4-BE49-F238E27FC236}">
                <a16:creationId xmlns:a16="http://schemas.microsoft.com/office/drawing/2014/main" id="{A07E073C-A36B-F166-AFE6-5A5B30179E5D}"/>
              </a:ext>
            </a:extLst>
          </p:cNvPr>
          <p:cNvSpPr>
            <a:spLocks noGrp="1"/>
          </p:cNvSpPr>
          <p:nvPr>
            <p:ph type="pic" sz="quarter" idx="14"/>
          </p:nvPr>
        </p:nvSpPr>
        <p:spPr>
          <a:xfrm>
            <a:off x="0" y="0"/>
            <a:ext cx="6267450" cy="6858000"/>
          </a:xfrm>
          <a:solidFill>
            <a:schemeClr val="accent2"/>
          </a:solidFill>
        </p:spPr>
        <p:txBody>
          <a:bodyPr anchor="ctr"/>
          <a:lstStyle>
            <a:lvl1pPr algn="ctr">
              <a:defRPr/>
            </a:lvl1pPr>
          </a:lstStyle>
          <a:p>
            <a:endParaRPr lang="en-US"/>
          </a:p>
        </p:txBody>
      </p:sp>
      <p:sp>
        <p:nvSpPr>
          <p:cNvPr id="8" name="Text Placeholder 15">
            <a:extLst>
              <a:ext uri="{FF2B5EF4-FFF2-40B4-BE49-F238E27FC236}">
                <a16:creationId xmlns:a16="http://schemas.microsoft.com/office/drawing/2014/main" id="{302A3209-7CC7-A2A4-5597-06B82D23E37E}"/>
              </a:ext>
            </a:extLst>
          </p:cNvPr>
          <p:cNvSpPr>
            <a:spLocks noGrp="1"/>
          </p:cNvSpPr>
          <p:nvPr>
            <p:ph type="body" sz="quarter" idx="13"/>
          </p:nvPr>
        </p:nvSpPr>
        <p:spPr>
          <a:xfrm>
            <a:off x="6979921" y="1487665"/>
            <a:ext cx="4699317"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pic>
        <p:nvPicPr>
          <p:cNvPr id="10" name="Graphic 9">
            <a:extLst>
              <a:ext uri="{FF2B5EF4-FFF2-40B4-BE49-F238E27FC236}">
                <a16:creationId xmlns:a16="http://schemas.microsoft.com/office/drawing/2014/main" id="{32F57A4A-EAEE-8F7F-EA10-43FBDD977B97}"/>
              </a:ext>
            </a:extLst>
          </p:cNvPr>
          <p:cNvPicPr>
            <a:picLocks noChangeAspect="1"/>
          </p:cNvPicPr>
          <p:nvPr userDrawn="1"/>
        </p:nvPicPr>
        <p:blipFill>
          <a:blip r:embed="rId3">
            <a:extLst>
              <a:ext uri="{96DAC541-7B7A-43D3-8B79-37D633B846F1}">
                <asvg:svgBlip xmlns:asvg="http://schemas.microsoft.com/office/drawing/2016/SVG/main" r:embed="rId4"/>
              </a:ext>
            </a:extLst>
          </a:blip>
          <a:srcRect r="41856"/>
          <a:stretch>
            <a:fillRect/>
          </a:stretch>
        </p:blipFill>
        <p:spPr>
          <a:xfrm>
            <a:off x="6979921" y="755694"/>
            <a:ext cx="1479793" cy="346564"/>
          </a:xfrm>
          <a:prstGeom prst="rect">
            <a:avLst/>
          </a:prstGeom>
        </p:spPr>
      </p:pic>
      <p:sp>
        <p:nvSpPr>
          <p:cNvPr id="2" name="TextBox 1">
            <a:extLst>
              <a:ext uri="{FF2B5EF4-FFF2-40B4-BE49-F238E27FC236}">
                <a16:creationId xmlns:a16="http://schemas.microsoft.com/office/drawing/2014/main" id="{F1FFF015-5AA5-9FD6-BE0F-F0E14040F9A8}"/>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11" name="Footer Placeholder 5">
            <a:extLst>
              <a:ext uri="{FF2B5EF4-FFF2-40B4-BE49-F238E27FC236}">
                <a16:creationId xmlns:a16="http://schemas.microsoft.com/office/drawing/2014/main" id="{234E558C-D3AB-836C-0C04-164B1113537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3" name="Slide Number Placeholder 6">
            <a:extLst>
              <a:ext uri="{FF2B5EF4-FFF2-40B4-BE49-F238E27FC236}">
                <a16:creationId xmlns:a16="http://schemas.microsoft.com/office/drawing/2014/main" id="{46EC1455-E1D2-32ED-96F9-1FB01D1EDCE4}"/>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841065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Statement with Eyebrow">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0EE4CDF9-A3FF-60F3-225A-734B7689318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42750F60-94FB-79D6-0C78-BB344949A7FA}"/>
              </a:ext>
            </a:extLst>
          </p:cNvPr>
          <p:cNvPicPr>
            <a:picLocks noChangeAspect="1"/>
          </p:cNvPicPr>
          <p:nvPr userDrawn="1"/>
        </p:nvPicPr>
        <p:blipFill>
          <a:blip r:embed="rId3"/>
          <a:srcRect t="591" r="26918" b="32805"/>
          <a:stretch/>
        </p:blipFill>
        <p:spPr>
          <a:xfrm>
            <a:off x="5613242" y="0"/>
            <a:ext cx="6578757" cy="6858000"/>
          </a:xfrm>
          <a:prstGeom prst="rect">
            <a:avLst/>
          </a:prstGeom>
        </p:spPr>
      </p:pic>
      <p:cxnSp>
        <p:nvCxnSpPr>
          <p:cNvPr id="7" name="Straight Connector 6">
            <a:extLst>
              <a:ext uri="{FF2B5EF4-FFF2-40B4-BE49-F238E27FC236}">
                <a16:creationId xmlns:a16="http://schemas.microsoft.com/office/drawing/2014/main" id="{20D28EA1-5C18-4BC9-D6AE-63A3D89C12B3}"/>
              </a:ext>
            </a:extLst>
          </p:cNvPr>
          <p:cNvCxnSpPr>
            <a:cxnSpLocks/>
          </p:cNvCxnSpPr>
          <p:nvPr userDrawn="1"/>
        </p:nvCxnSpPr>
        <p:spPr>
          <a:xfrm>
            <a:off x="512764" y="1159727"/>
            <a:ext cx="1424596" cy="0"/>
          </a:xfrm>
          <a:prstGeom prst="line">
            <a:avLst/>
          </a:prstGeom>
          <a:ln w="57150">
            <a:solidFill>
              <a:schemeClr val="bg1"/>
            </a:solidFill>
          </a:ln>
        </p:spPr>
        <p:style>
          <a:lnRef idx="1">
            <a:schemeClr val="accent6"/>
          </a:lnRef>
          <a:fillRef idx="0">
            <a:schemeClr val="accent6"/>
          </a:fillRef>
          <a:effectRef idx="0">
            <a:schemeClr val="accent6"/>
          </a:effectRef>
          <a:fontRef idx="minor">
            <a:schemeClr val="tx1"/>
          </a:fontRef>
        </p:style>
      </p:cxnSp>
      <p:sp>
        <p:nvSpPr>
          <p:cNvPr id="11" name="Text Placeholder 10">
            <a:extLst>
              <a:ext uri="{FF2B5EF4-FFF2-40B4-BE49-F238E27FC236}">
                <a16:creationId xmlns:a16="http://schemas.microsoft.com/office/drawing/2014/main" id="{8021CCD9-6C33-1B29-15B6-F3FF2BB661CD}"/>
              </a:ext>
            </a:extLst>
          </p:cNvPr>
          <p:cNvSpPr>
            <a:spLocks noGrp="1"/>
          </p:cNvSpPr>
          <p:nvPr>
            <p:ph type="body" sz="quarter" idx="12"/>
          </p:nvPr>
        </p:nvSpPr>
        <p:spPr>
          <a:xfrm>
            <a:off x="512764" y="680847"/>
            <a:ext cx="4886555" cy="402336"/>
          </a:xfrm>
        </p:spPr>
        <p:txBody>
          <a:bodyPr>
            <a:noAutofit/>
          </a:bodyPr>
          <a:lstStyle>
            <a:lvl1pPr>
              <a:defRPr sz="1800" i="0">
                <a:solidFill>
                  <a:schemeClr val="bg1"/>
                </a:solidFill>
              </a:defRPr>
            </a:lvl1pPr>
          </a:lstStyle>
          <a:p>
            <a:pPr lvl="0"/>
            <a:r>
              <a:rPr lang="en-US" dirty="0"/>
              <a:t>Click to edit Master text styles</a:t>
            </a:r>
          </a:p>
        </p:txBody>
      </p:sp>
      <p:sp>
        <p:nvSpPr>
          <p:cNvPr id="16" name="Text Placeholder 15">
            <a:extLst>
              <a:ext uri="{FF2B5EF4-FFF2-40B4-BE49-F238E27FC236}">
                <a16:creationId xmlns:a16="http://schemas.microsoft.com/office/drawing/2014/main" id="{6E56F3DC-9167-0BC6-E0AD-B6B4E6BDBD8E}"/>
              </a:ext>
            </a:extLst>
          </p:cNvPr>
          <p:cNvSpPr>
            <a:spLocks noGrp="1"/>
          </p:cNvSpPr>
          <p:nvPr>
            <p:ph type="body" sz="quarter" idx="13"/>
          </p:nvPr>
        </p:nvSpPr>
        <p:spPr>
          <a:xfrm>
            <a:off x="512763" y="1487665"/>
            <a:ext cx="5472849"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sp>
        <p:nvSpPr>
          <p:cNvPr id="17" name="TextBox 16">
            <a:extLst>
              <a:ext uri="{FF2B5EF4-FFF2-40B4-BE49-F238E27FC236}">
                <a16:creationId xmlns:a16="http://schemas.microsoft.com/office/drawing/2014/main" id="{B7BEF91C-6E18-2231-3C63-8D5E788FA7F9}"/>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Tree>
    <p:extLst>
      <p:ext uri="{BB962C8B-B14F-4D97-AF65-F5344CB8AC3E}">
        <p14:creationId xmlns:p14="http://schemas.microsoft.com/office/powerpoint/2010/main" val="2549844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rge Statement 2">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D9A7C88-DE74-6283-B4A4-1DD45AE677E9}"/>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5196" b="4206"/>
          <a:stretch>
            <a:fillRect/>
          </a:stretch>
        </p:blipFill>
        <p:spPr bwMode="auto">
          <a:xfrm>
            <a:off x="-6893" y="1"/>
            <a:ext cx="1219889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a:extLst>
              <a:ext uri="{FF2B5EF4-FFF2-40B4-BE49-F238E27FC236}">
                <a16:creationId xmlns:a16="http://schemas.microsoft.com/office/drawing/2014/main" id="{07672B93-86ED-2C39-6490-F7DF186BF34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903720" y="0"/>
            <a:ext cx="4634970" cy="548640"/>
          </a:xfrm>
          <a:prstGeom prst="rect">
            <a:avLst/>
          </a:prstGeom>
        </p:spPr>
      </p:pic>
      <p:sp>
        <p:nvSpPr>
          <p:cNvPr id="7" name="Text Placeholder 6">
            <a:extLst>
              <a:ext uri="{FF2B5EF4-FFF2-40B4-BE49-F238E27FC236}">
                <a16:creationId xmlns:a16="http://schemas.microsoft.com/office/drawing/2014/main" id="{A6578ACD-6DBC-F910-C01D-E10BC6695467}"/>
              </a:ext>
            </a:extLst>
          </p:cNvPr>
          <p:cNvSpPr>
            <a:spLocks noGrp="1"/>
          </p:cNvSpPr>
          <p:nvPr>
            <p:ph type="body" sz="quarter" idx="12"/>
          </p:nvPr>
        </p:nvSpPr>
        <p:spPr>
          <a:xfrm>
            <a:off x="6904038" y="549275"/>
            <a:ext cx="4635500" cy="3849688"/>
          </a:xfrm>
          <a:solidFill>
            <a:schemeClr val="bg1"/>
          </a:solidFill>
        </p:spPr>
        <p:txBody>
          <a:bodyPr lIns="548640" anchor="ctr"/>
          <a:lstStyle>
            <a:lvl1pPr>
              <a:defRPr sz="3200"/>
            </a:lvl1pPr>
            <a:lvl2pPr>
              <a:spcBef>
                <a:spcPts val="2500"/>
              </a:spcBef>
              <a:defRPr sz="1600"/>
            </a:lvl2pPr>
          </a:lstStyle>
          <a:p>
            <a:pPr lvl="0"/>
            <a:r>
              <a:rPr lang="en-US" dirty="0"/>
              <a:t>Click to edit Master text styles</a:t>
            </a:r>
          </a:p>
          <a:p>
            <a:pPr lvl="1"/>
            <a:r>
              <a:rPr lang="en-US" dirty="0"/>
              <a:t>Second level</a:t>
            </a:r>
          </a:p>
        </p:txBody>
      </p:sp>
      <p:sp>
        <p:nvSpPr>
          <p:cNvPr id="14" name="TextBox 13">
            <a:extLst>
              <a:ext uri="{FF2B5EF4-FFF2-40B4-BE49-F238E27FC236}">
                <a16:creationId xmlns:a16="http://schemas.microsoft.com/office/drawing/2014/main" id="{7E847C79-CC1A-B80C-4F37-51F734C13046}"/>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Tree>
    <p:extLst>
      <p:ext uri="{BB962C8B-B14F-4D97-AF65-F5344CB8AC3E}">
        <p14:creationId xmlns:p14="http://schemas.microsoft.com/office/powerpoint/2010/main" val="1285567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7C4EBF34-8EB4-A4D6-7E35-2C97CE8F0BE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Graphic 5">
            <a:extLst>
              <a:ext uri="{FF2B5EF4-FFF2-40B4-BE49-F238E27FC236}">
                <a16:creationId xmlns:a16="http://schemas.microsoft.com/office/drawing/2014/main" id="{E3C86DE6-86C2-5AB7-06B8-F8A11E14561F}"/>
              </a:ext>
            </a:extLst>
          </p:cNvPr>
          <p:cNvPicPr>
            <a:picLocks noChangeAspect="1"/>
          </p:cNvPicPr>
          <p:nvPr userDrawn="1"/>
        </p:nvPicPr>
        <p:blipFill>
          <a:blip r:embed="rId3">
            <a:extLst>
              <a:ext uri="{96DAC541-7B7A-43D3-8B79-37D633B846F1}">
                <asvg:svgBlip xmlns:asvg="http://schemas.microsoft.com/office/drawing/2016/SVG/main" r:embed="rId4"/>
              </a:ext>
            </a:extLst>
          </a:blip>
          <a:srcRect r="42316"/>
          <a:stretch>
            <a:fillRect/>
          </a:stretch>
        </p:blipFill>
        <p:spPr>
          <a:xfrm>
            <a:off x="4398335" y="3028244"/>
            <a:ext cx="3395329" cy="801511"/>
          </a:xfrm>
          <a:prstGeom prst="rect">
            <a:avLst/>
          </a:prstGeom>
        </p:spPr>
      </p:pic>
    </p:spTree>
    <p:extLst>
      <p:ext uri="{BB962C8B-B14F-4D97-AF65-F5344CB8AC3E}">
        <p14:creationId xmlns:p14="http://schemas.microsoft.com/office/powerpoint/2010/main" val="3445174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png"/><Relationship Id="rId32"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1427" y="437444"/>
            <a:ext cx="11167811" cy="980194"/>
          </a:xfrm>
          <a:prstGeom prst="rect">
            <a:avLst/>
          </a:prstGeom>
        </p:spPr>
        <p:txBody>
          <a:bodyPr vert="horz" lIns="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511426" y="1710372"/>
            <a:ext cx="11167811" cy="4423728"/>
          </a:xfrm>
          <a:prstGeom prst="rect">
            <a:avLst/>
          </a:prstGeom>
          <a:ln>
            <a:noFill/>
          </a:ln>
        </p:spPr>
        <p:txBody>
          <a:bodyPr vert="horz" lIns="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0EC011EB-C8DD-A0FA-332D-2345BA9928D0}"/>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7" name="Slide Number Placeholder 6">
            <a:extLst>
              <a:ext uri="{FF2B5EF4-FFF2-40B4-BE49-F238E27FC236}">
                <a16:creationId xmlns:a16="http://schemas.microsoft.com/office/drawing/2014/main" id="{C7015D9D-4496-53BC-5543-A7CD7127CBC5}"/>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pic>
        <p:nvPicPr>
          <p:cNvPr id="10" name="Graphic 9">
            <a:extLst>
              <a:ext uri="{FF2B5EF4-FFF2-40B4-BE49-F238E27FC236}">
                <a16:creationId xmlns:a16="http://schemas.microsoft.com/office/drawing/2014/main" id="{5A093176-96C9-BEE1-C4CD-B5CEAF9D7715}"/>
              </a:ext>
            </a:extLst>
          </p:cNvPr>
          <p:cNvPicPr>
            <a:picLocks noChangeAspect="1"/>
          </p:cNvPicPr>
          <p:nvPr userDrawn="1"/>
        </p:nvPicPr>
        <p:blipFill>
          <a:blip r:embed="rId31">
            <a:extLst>
              <a:ext uri="{96DAC541-7B7A-43D3-8B79-37D633B846F1}">
                <asvg:svgBlip xmlns:asvg="http://schemas.microsoft.com/office/drawing/2016/SVG/main" r:embed="rId32"/>
              </a:ext>
            </a:extLst>
          </a:blip>
          <a:srcRect r="42790"/>
          <a:stretch>
            <a:fillRect/>
          </a:stretch>
        </p:blipFill>
        <p:spPr>
          <a:xfrm>
            <a:off x="509322" y="6326908"/>
            <a:ext cx="1360118" cy="323736"/>
          </a:xfrm>
          <a:prstGeom prst="rect">
            <a:avLst/>
          </a:prstGeom>
        </p:spPr>
      </p:pic>
    </p:spTree>
    <p:extLst>
      <p:ext uri="{BB962C8B-B14F-4D97-AF65-F5344CB8AC3E}">
        <p14:creationId xmlns:p14="http://schemas.microsoft.com/office/powerpoint/2010/main" val="673511293"/>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51" r:id="rId3"/>
    <p:sldLayoutId id="2147483675" r:id="rId4"/>
    <p:sldLayoutId id="2147483670" r:id="rId5"/>
    <p:sldLayoutId id="2147483653" r:id="rId6"/>
    <p:sldLayoutId id="2147483654" r:id="rId7"/>
    <p:sldLayoutId id="2147483648" r:id="rId8"/>
    <p:sldLayoutId id="2147483652" r:id="rId9"/>
    <p:sldLayoutId id="2147483649" r:id="rId10"/>
    <p:sldLayoutId id="2147483659" r:id="rId11"/>
    <p:sldLayoutId id="2147483668" r:id="rId12"/>
    <p:sldLayoutId id="2147483660" r:id="rId13"/>
    <p:sldLayoutId id="2147483666" r:id="rId14"/>
    <p:sldLayoutId id="2147483672" r:id="rId15"/>
    <p:sldLayoutId id="2147483673" r:id="rId16"/>
    <p:sldLayoutId id="2147483663" r:id="rId17"/>
    <p:sldLayoutId id="2147483658" r:id="rId18"/>
    <p:sldLayoutId id="2147483669" r:id="rId19"/>
    <p:sldLayoutId id="2147483674" r:id="rId20"/>
    <p:sldLayoutId id="2147483676" r:id="rId21"/>
    <p:sldLayoutId id="2147483734" r:id="rId22"/>
    <p:sldLayoutId id="2147483655" r:id="rId23"/>
    <p:sldLayoutId id="2147483661" r:id="rId24"/>
    <p:sldLayoutId id="2147483662" r:id="rId25"/>
    <p:sldLayoutId id="2147483671" r:id="rId26"/>
    <p:sldLayoutId id="2147483656" r:id="rId27"/>
    <p:sldLayoutId id="2147483667" r:id="rId28"/>
    <p:sldLayoutId id="2147483657"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457200" rtl="0" eaLnBrk="1" latinLnBrk="0" hangingPunct="1">
        <a:lnSpc>
          <a:spcPct val="85000"/>
        </a:lnSpc>
        <a:spcBef>
          <a:spcPct val="0"/>
        </a:spcBef>
        <a:buNone/>
        <a:defRPr sz="3600" b="1" kern="1200">
          <a:solidFill>
            <a:schemeClr val="tx1"/>
          </a:solidFill>
          <a:latin typeface="+mj-lt"/>
          <a:ea typeface="Georgia" panose="02040502050405020303" pitchFamily="18" charset="0"/>
          <a:cs typeface="Times New Roman" charset="0"/>
        </a:defRPr>
      </a:lvl1pPr>
    </p:titleStyle>
    <p:bodyStyle>
      <a:lvl1pPr marL="0" indent="0" algn="l" defTabSz="457200" rtl="0" eaLnBrk="1" latinLnBrk="0" hangingPunct="1">
        <a:lnSpc>
          <a:spcPct val="90000"/>
        </a:lnSpc>
        <a:spcBef>
          <a:spcPct val="20000"/>
        </a:spcBef>
        <a:buFont typeface="Arial"/>
        <a:buNone/>
        <a:tabLst/>
        <a:defRPr sz="2200" b="1" i="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lgn="l" defTabSz="457200" rtl="0" eaLnBrk="1" latinLnBrk="0" hangingPunct="1">
        <a:spcBef>
          <a:spcPts val="800"/>
        </a:spcBef>
        <a:buFont typeface="Arial" panose="020B0604020202020204" pitchFamily="34" charset="0"/>
        <a:buNone/>
        <a:tabLst/>
        <a:defRPr sz="18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139700" indent="-139700" algn="l" defTabSz="457200" rtl="0" eaLnBrk="1" latinLnBrk="0" hangingPunct="1">
        <a:spcBef>
          <a:spcPts val="1200"/>
        </a:spcBef>
        <a:buClr>
          <a:schemeClr val="accent3"/>
        </a:buClr>
        <a:buFont typeface="Arial" panose="020B0604020202020204" pitchFamily="34" charset="0"/>
        <a:buChar char="•"/>
        <a:tabLst/>
        <a:defRPr sz="18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482600" indent="-139700" algn="l" defTabSz="457200" rtl="0" eaLnBrk="1" latinLnBrk="0" hangingPunct="1">
        <a:spcBef>
          <a:spcPts val="800"/>
        </a:spcBef>
        <a:buClr>
          <a:schemeClr val="accent3"/>
        </a:buClr>
        <a:buFont typeface="Arial" panose="020B0604020202020204" pitchFamily="34" charset="0"/>
        <a:buChar char="•"/>
        <a:tabLst/>
        <a:defRPr sz="16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974725" indent="-114300" algn="l" defTabSz="457200" rtl="0" eaLnBrk="1" latinLnBrk="0" hangingPunct="1">
        <a:spcBef>
          <a:spcPts val="800"/>
        </a:spcBef>
        <a:buClr>
          <a:schemeClr val="accent3"/>
        </a:buClr>
        <a:buFont typeface="Arial" panose="020B0604020202020204" pitchFamily="34" charset="0"/>
        <a:buChar char="•"/>
        <a:tabLst/>
        <a:defRPr sz="1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57" userDrawn="1">
          <p15:clr>
            <a:srgbClr val="F26B43"/>
          </p15:clr>
        </p15:guide>
        <p15:guide id="2" pos="323" userDrawn="1">
          <p15:clr>
            <a:srgbClr val="F26B43"/>
          </p15:clr>
        </p15:guide>
        <p15:guide id="3" orient="horz" pos="1080" userDrawn="1">
          <p15:clr>
            <a:srgbClr val="F26B43"/>
          </p15:clr>
        </p15:guide>
        <p15:guide id="4"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8.xml"/><Relationship Id="rId3" Type="http://schemas.openxmlformats.org/officeDocument/2006/relationships/image" Target="../media/image3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Suit Is Not the Scientist</a:t>
            </a:r>
          </a:p>
        </p:txBody>
      </p:sp>
      <p:sp>
        <p:nvSpPr>
          <p:cNvPr id="3" name="Text Placeholder 2"/>
          <p:cNvSpPr>
            <a:spLocks noGrp="1"/>
          </p:cNvSpPr>
          <p:nvPr>
            <p:ph type="body" idx="14" sz="quarter"/>
          </p:nvPr>
        </p:nvSpPr>
        <p:spPr>
          <a:xfrm>
            <a:off x="3657600" y="4434840"/>
            <a:ext cx="8138160" cy="457200"/>
          </a:xfrm>
        </p:spPr>
        <p:txBody>
          <a:bodyPr/>
          <a:lstStyle/>
          <a:p>
            <a:r>
              <a:rPr sz="2400"/>
              <a:t>Part 4 · Ethics, disclosure, and data security</a:t>
            </a:r>
          </a:p>
        </p:txBody>
      </p:sp>
      <p:sp>
        <p:nvSpPr>
          <p:cNvPr id="4" name="TextBox 3"/>
          <p:cNvSpPr txBox="1"/>
          <p:nvPr/>
        </p:nvSpPr>
        <p:spPr>
          <a:xfrm>
            <a:off x="3657600" y="4983480"/>
            <a:ext cx="8138160" cy="365760"/>
          </a:xfrm>
          <a:prstGeom prst="rect">
            <a:avLst/>
          </a:prstGeom>
          <a:noFill/>
        </p:spPr>
        <p:txBody>
          <a:bodyPr wrap="square" lIns="0" rIns="0" tIns="0" bIns="0" anchor="t">
            <a:spAutoFit/>
          </a:bodyPr>
          <a:lstStyle/>
          <a:p>
            <a:pPr algn="l"/>
            <a:r>
              <a:rPr sz="1600" b="0" i="0">
                <a:solidFill>
                  <a:srgbClr val="5F5F5F"/>
                </a:solidFill>
              </a:rPr>
              <a:t>AI-Empowered Research · Yung Chun · CERP³ · 2026-10-16</a:t>
            </a:r>
          </a:p>
        </p:txBody>
      </p:sp>
      <p:sp>
        <p:nvSpPr>
          <p:cNvPr id="5" name="TextBox 4"/>
          <p:cNvSpPr txBox="1"/>
          <p:nvPr/>
        </p:nvSpPr>
        <p:spPr>
          <a:xfrm>
            <a:off x="3657600" y="5532120"/>
            <a:ext cx="8138160" cy="457200"/>
          </a:xfrm>
          <a:prstGeom prst="rect">
            <a:avLst/>
          </a:prstGeom>
          <a:noFill/>
        </p:spPr>
        <p:txBody>
          <a:bodyPr wrap="square" lIns="0" rIns="0" tIns="0" bIns="0" anchor="t">
            <a:spAutoFit/>
          </a:bodyPr>
          <a:lstStyle/>
          <a:p>
            <a:pPr algn="l"/>
            <a:r>
              <a:rPr sz="1900" b="0" i="0">
                <a:solidFill>
                  <a:schemeClr val="tx1"/>
                </a:solidFill>
              </a:rPr>
              <a:t>From </a:t>
            </a:r>
            <a:r>
              <a:rPr sz="1900" b="0" i="1">
                <a:solidFill>
                  <a:schemeClr val="tx1"/>
                </a:solidFill>
              </a:rPr>
              <a:t>“who wrote this?”</a:t>
            </a:r>
            <a:r>
              <a:rPr sz="1900" b="0" i="0">
                <a:solidFill>
                  <a:schemeClr val="tx1"/>
                </a:solidFill>
              </a:rPr>
              <a:t> to </a:t>
            </a:r>
            <a:r>
              <a:rPr sz="1900" b="1" i="1">
                <a:solidFill>
                  <a:schemeClr val="tx2"/>
                </a:solidFill>
              </a:rPr>
              <a:t>“who answers for this?”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Match the data to the workspace</a:t>
            </a:r>
          </a:p>
        </p:txBody>
      </p:sp>
      <p:sp>
        <p:nvSpPr>
          <p:cNvPr id="3" name="Text Placeholder 2"/>
          <p:cNvSpPr>
            <a:spLocks noGrp="1"/>
          </p:cNvSpPr>
          <p:nvPr>
            <p:ph type="body" idx="12" sz="quarter"/>
          </p:nvPr>
        </p:nvSpPr>
        <p:spPr/>
        <p:txBody>
          <a:bodyPr/>
          <a:lstStyle/>
          <a:p>
            <a:r>
              <a:t>First question, every time: what tier is this data, and is this workspace approved for it?</a:t>
            </a:r>
          </a:p>
        </p:txBody>
      </p:sp>
      <p:sp>
        <p:nvSpPr>
          <p:cNvPr id="4" name="Text Placeholder 3"/>
          <p:cNvSpPr>
            <a:spLocks noGrp="1"/>
          </p:cNvSpPr>
          <p:nvPr>
            <p:ph type="body" idx="14" sz="quarter"/>
          </p:nvPr>
        </p:nvSpPr>
        <p:spPr/>
        <p:txBody>
          <a:bodyPr/>
          <a:lstStyle/>
          <a:p>
            <a:r>
              <a:t>A · Data tiers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graphicFrame>
        <p:nvGraphicFramePr>
          <p:cNvPr id="13" name="Table 12"/>
          <p:cNvGraphicFramePr>
            <a:graphicFrameLocks noGrp="1"/>
          </p:cNvGraphicFramePr>
          <p:nvPr/>
        </p:nvGraphicFramePr>
        <p:xfrm>
          <a:off x="512064" y="1810512"/>
          <a:ext cx="11164823" cy="2999232"/>
        </p:xfrm>
        <a:graphic>
          <a:graphicData uri="http://schemas.openxmlformats.org/drawingml/2006/table">
            <a:tbl>
              <a:tblPr firstRow="1">
                <a:tableStyleId>{5C22544A-7EE6-4342-B048-85BDC9FD1C3A}</a:tableStyleId>
              </a:tblPr>
              <a:tblGrid>
                <a:gridCol w="3291840"/>
                <a:gridCol w="7872983"/>
              </a:tblGrid>
              <a:tr h="384048">
                <a:tc>
                  <a:txBody>
                    <a:bodyPr wrap="square"/>
                    <a:lstStyle/>
                    <a:p>
                      <a:r>
                        <a:rPr sz="1500" b="1">
                          <a:solidFill>
                            <a:schemeClr val="bg1"/>
                          </a:solidFill>
                        </a:rPr>
                        <a:t>Data</a:t>
                      </a:r>
                    </a:p>
                  </a:txBody>
                  <a:tcPr marL="91440" marR="91440" marT="36576" marB="36576" anchor="ctr">
                    <a:solidFill>
                      <a:schemeClr val="tx2"/>
                    </a:solidFill>
                  </a:tcPr>
                </a:tc>
                <a:tc>
                  <a:txBody>
                    <a:bodyPr wrap="square"/>
                    <a:lstStyle/>
                    <a:p>
                      <a:r>
                        <a:rPr sz="1500" b="1">
                          <a:solidFill>
                            <a:schemeClr val="bg1"/>
                          </a:solidFill>
                        </a:rPr>
                        <a:t>Where it may go (WashU)</a:t>
                      </a:r>
                    </a:p>
                  </a:txBody>
                  <a:tcPr marL="91440" marR="91440" marT="36576" marB="36576" anchor="ctr">
                    <a:solidFill>
                      <a:schemeClr val="tx2"/>
                    </a:solidFill>
                  </a:tcPr>
                </a:tc>
              </a:tr>
              <a:tr h="457200">
                <a:tc>
                  <a:txBody>
                    <a:bodyPr wrap="square"/>
                    <a:lstStyle/>
                    <a:p>
                      <a:r>
                        <a:rPr sz="1500" b="1">
                          <a:solidFill>
                            <a:schemeClr val="tx1"/>
                          </a:solidFill>
                        </a:rPr>
                        <a:t>Public / published</a:t>
                      </a:r>
                    </a:p>
                  </a:txBody>
                  <a:tcPr marL="91440" marR="91440" marT="36576" marB="36576" anchor="ctr">
                    <a:solidFill>
                      <a:schemeClr val="bg1"/>
                    </a:solidFill>
                  </a:tcPr>
                </a:tc>
                <a:tc>
                  <a:txBody>
                    <a:bodyPr wrap="square"/>
                    <a:lstStyle/>
                    <a:p>
                      <a:r>
                        <a:rPr sz="1500" b="0">
                          <a:solidFill>
                            <a:schemeClr val="tx1"/>
                          </a:solidFill>
                        </a:rPr>
                        <a:t>Any tool, including Gemini and Claude Code</a:t>
                      </a:r>
                    </a:p>
                  </a:txBody>
                  <a:tcPr marL="91440" marR="91440" marT="36576" marB="36576" anchor="ctr">
                    <a:solidFill>
                      <a:schemeClr val="bg1"/>
                    </a:solidFill>
                  </a:tcPr>
                </a:tc>
              </a:tr>
              <a:tr h="566928">
                <a:tc>
                  <a:txBody>
                    <a:bodyPr wrap="square"/>
                    <a:lstStyle/>
                    <a:p>
                      <a:r>
                        <a:rPr sz="1500" b="1">
                          <a:solidFill>
                            <a:schemeClr val="tx1"/>
                          </a:solidFill>
                        </a:rPr>
                        <a:t>De-identified research data</a:t>
                      </a:r>
                    </a:p>
                  </a:txBody>
                  <a:tcPr marL="91440" marR="91440" marT="36576" marB="36576" anchor="ctr">
                    <a:solidFill>
                      <a:schemeClr val="bg1"/>
                    </a:solidFill>
                  </a:tcPr>
                </a:tc>
                <a:tc>
                  <a:txBody>
                    <a:bodyPr wrap="square"/>
                    <a:lstStyle/>
                    <a:p>
                      <a:r>
                        <a:rPr sz="1500" b="0">
                          <a:solidFill>
                            <a:schemeClr val="tx1"/>
                          </a:solidFill>
                        </a:rPr>
                        <a:t>WashU institutional workspaces (Gemini, Claude Edu); first confirm your data use terms allow it</a:t>
                      </a:r>
                    </a:p>
                  </a:txBody>
                  <a:tcPr marL="91440" marR="91440" marT="36576" marB="36576" anchor="ctr">
                    <a:solidFill>
                      <a:schemeClr val="bg1"/>
                    </a:solidFill>
                  </a:tcPr>
                </a:tc>
              </a:tr>
              <a:tr h="566928">
                <a:tc>
                  <a:txBody>
                    <a:bodyPr wrap="square"/>
                    <a:lstStyle/>
                    <a:p>
                      <a:r>
                        <a:rPr sz="1500" b="1">
                          <a:solidFill>
                            <a:schemeClr val="tx1"/>
                          </a:solidFill>
                        </a:rPr>
                        <a:t>FERPA records, institutional IP</a:t>
                      </a:r>
                    </a:p>
                  </a:txBody>
                  <a:tcPr marL="91440" marR="91440" marT="36576" marB="36576" anchor="ctr">
                    <a:solidFill>
                      <a:schemeClr val="bg1"/>
                    </a:solidFill>
                  </a:tcPr>
                </a:tc>
                <a:tc>
                  <a:txBody>
                    <a:bodyPr wrap="square"/>
                    <a:lstStyle/>
                    <a:p>
                      <a:r>
                        <a:rPr sz="1500" b="0">
                          <a:solidFill>
                            <a:schemeClr val="tx1"/>
                          </a:solidFill>
                        </a:rPr>
                        <a:t>WashU workspaces approved for FERPA: Claude Edu (incl. Claude Code), Claude Secure, Gemini, Copilot Chat</a:t>
                      </a:r>
                    </a:p>
                  </a:txBody>
                  <a:tcPr marL="91440" marR="91440" marT="36576" marB="36576" anchor="ctr">
                    <a:solidFill>
                      <a:schemeClr val="bg1"/>
                    </a:solidFill>
                  </a:tcPr>
                </a:tc>
              </a:tr>
              <a:tr h="566928">
                <a:tc>
                  <a:txBody>
                    <a:bodyPr wrap="square"/>
                    <a:lstStyle/>
                    <a:p>
                      <a:r>
                        <a:rPr sz="1500" b="1">
                          <a:solidFill>
                            <a:schemeClr val="tx1"/>
                          </a:solidFill>
                        </a:rPr>
                        <a:t>PHI</a:t>
                      </a:r>
                    </a:p>
                  </a:txBody>
                  <a:tcPr marL="91440" marR="91440" marT="36576" marB="36576" anchor="ctr">
                    <a:solidFill>
                      <a:srgbClr val="F6E2E6"/>
                    </a:solidFill>
                  </a:tcPr>
                </a:tc>
                <a:tc>
                  <a:txBody>
                    <a:bodyPr wrap="square"/>
                    <a:lstStyle/>
                    <a:p>
                      <a:r>
                        <a:rPr sz="1500" b="1">
                          <a:solidFill>
                            <a:schemeClr val="tx2"/>
                          </a:solidFill>
                        </a:rPr>
                        <a:t>Only a PHI-approved workspace (for Claude: Claude Secure). Never Claude Code or any agentic tool</a:t>
                      </a:r>
                    </a:p>
                  </a:txBody>
                  <a:tcPr marL="91440" marR="91440" marT="36576" marB="36576" anchor="ctr">
                    <a:solidFill>
                      <a:srgbClr val="F6E2E6"/>
                    </a:solidFill>
                  </a:tcPr>
                </a:tc>
              </a:tr>
              <a:tr h="457200">
                <a:tc>
                  <a:txBody>
                    <a:bodyPr wrap="square"/>
                    <a:lstStyle/>
                    <a:p>
                      <a:r>
                        <a:rPr sz="1500" b="1">
                          <a:solidFill>
                            <a:schemeClr val="tx1"/>
                          </a:solidFill>
                        </a:rPr>
                        <a:t>DUA-restricted, restricted-use federal files</a:t>
                      </a:r>
                    </a:p>
                  </a:txBody>
                  <a:tcPr marL="91440" marR="91440" marT="36576" marB="36576" anchor="ctr">
                    <a:solidFill>
                      <a:schemeClr val="bg1"/>
                    </a:solidFill>
                  </a:tcPr>
                </a:tc>
                <a:tc>
                  <a:txBody>
                    <a:bodyPr wrap="square"/>
                    <a:lstStyle/>
                    <a:p>
                      <a:r>
                        <a:rPr sz="1500" b="0">
                          <a:solidFill>
                            <a:schemeClr val="tx1"/>
                          </a:solidFill>
                        </a:rPr>
                        <a:t>Institutional review before any AI touches them</a:t>
                      </a:r>
                    </a:p>
                  </a:txBody>
                  <a:tcPr marL="91440" marR="91440" marT="36576" marB="36576" anchor="ctr">
                    <a:solidFill>
                      <a:schemeClr val="bg1"/>
                    </a:solidFill>
                  </a:tcPr>
                </a:tc>
              </a:tr>
            </a:tbl>
          </a:graphicData>
        </a:graphic>
      </p:graphicFrame>
      <p:pic>
        <p:nvPicPr>
          <p:cNvPr id="14" name="Picture 13" descr="FaUserShield_red.png"/>
          <p:cNvPicPr>
            <a:picLocks noChangeAspect="1"/>
          </p:cNvPicPr>
          <p:nvPr/>
        </p:nvPicPr>
        <p:blipFill>
          <a:blip r:embed="rId3"/>
          <a:stretch>
            <a:fillRect/>
          </a:stretch>
        </p:blipFill>
        <p:spPr>
          <a:xfrm>
            <a:off x="512064" y="5074920"/>
            <a:ext cx="384048" cy="384048"/>
          </a:xfrm>
          <a:prstGeom prst="rect">
            <a:avLst/>
          </a:prstGeom>
        </p:spPr>
      </p:pic>
      <p:sp>
        <p:nvSpPr>
          <p:cNvPr id="15" name="TextBox 14"/>
          <p:cNvSpPr txBox="1"/>
          <p:nvPr/>
        </p:nvSpPr>
        <p:spPr>
          <a:xfrm>
            <a:off x="1060704" y="5010912"/>
            <a:ext cx="10607040" cy="502920"/>
          </a:xfrm>
          <a:prstGeom prst="rect">
            <a:avLst/>
          </a:prstGeom>
          <a:noFill/>
        </p:spPr>
        <p:txBody>
          <a:bodyPr wrap="square" lIns="0" rIns="0" tIns="0" bIns="0" anchor="ctr">
            <a:spAutoFit/>
          </a:bodyPr>
          <a:lstStyle/>
          <a:p>
            <a:pPr algn="l"/>
            <a:r>
              <a:rPr sz="1600" b="1" i="0">
                <a:solidFill>
                  <a:schemeClr val="tx1"/>
                </a:solidFill>
              </a:rPr>
              <a:t>Personal accounts </a:t>
            </a:r>
            <a:r>
              <a:rPr sz="1600" b="0" i="0">
                <a:solidFill>
                  <a:schemeClr val="tx1"/>
                </a:solidFill>
              </a:rPr>
              <a:t>(free, Pro, Max) carry no WashU data agreement. Keep university data out.</a:t>
            </a:r>
          </a:p>
        </p:txBody>
      </p:sp>
      <p:sp>
        <p:nvSpPr>
          <p:cNvPr id="16" name="source"/>
          <p:cNvSpPr txBox="1"/>
          <p:nvPr/>
        </p:nvSpPr>
        <p:spPr>
          <a:xfrm>
            <a:off x="512064" y="5833872"/>
            <a:ext cx="11164824" cy="274320"/>
          </a:xfrm>
          <a:prstGeom prst="rect">
            <a:avLst/>
          </a:prstGeom>
          <a:noFill/>
        </p:spPr>
        <p:txBody>
          <a:bodyPr wrap="square" lIns="0" rIns="0" tIns="0" bIns="0" anchor="b">
            <a:spAutoFit/>
          </a:bodyPr>
          <a:lstStyle/>
          <a:p>
            <a:pPr algn="l"/>
            <a:r>
              <a:rPr sz="1100" b="0" i="1">
                <a:solidFill>
                  <a:srgbClr val="5F5F5F"/>
                </a:solidFill>
              </a:rPr>
              <a:t>Institutional and journal policies change quickly. This is a durable framework; check the current source before relying on any rule. WashU: ai.washu.edu/tools (accessed 2026-10-12).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Five red lines</a:t>
            </a:r>
          </a:p>
        </p:txBody>
      </p:sp>
      <p:sp>
        <p:nvSpPr>
          <p:cNvPr id="3" name="Text Placeholder 2"/>
          <p:cNvSpPr>
            <a:spLocks noGrp="1"/>
          </p:cNvSpPr>
          <p:nvPr>
            <p:ph type="body" idx="12" sz="quarter"/>
          </p:nvPr>
        </p:nvSpPr>
        <p:spPr/>
        <p:txBody>
          <a:bodyPr/>
          <a:lstStyle/>
          <a:p>
            <a:r>
              <a:t>Stated plainly, one per line</a:t>
            </a:r>
          </a:p>
        </p:txBody>
      </p:sp>
      <p:sp>
        <p:nvSpPr>
          <p:cNvPr id="4" name="Text Placeholder 3"/>
          <p:cNvSpPr>
            <a:spLocks noGrp="1"/>
          </p:cNvSpPr>
          <p:nvPr>
            <p:ph type="body" idx="14" sz="quarter"/>
          </p:nvPr>
        </p:nvSpPr>
        <p:spPr/>
        <p:txBody>
          <a:bodyPr/>
          <a:lstStyle/>
          <a:p>
            <a:r>
              <a:t>B · Red lines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6949440" cy="841248"/>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94944" y="2121408"/>
            <a:ext cx="438912" cy="438912"/>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 y="2121408"/>
            <a:ext cx="438912" cy="438912"/>
          </a:xfrm>
          <a:prstGeom prst="rect">
            <a:avLst/>
          </a:prstGeom>
          <a:noFill/>
        </p:spPr>
        <p:txBody>
          <a:bodyPr wrap="square" lIns="0" rIns="0" tIns="0" bIns="0" anchor="ctr">
            <a:spAutoFit/>
          </a:bodyPr>
          <a:lstStyle/>
          <a:p>
            <a:pPr algn="ctr"/>
            <a:r>
              <a:rPr sz="1600" b="1" i="0">
                <a:solidFill>
                  <a:schemeClr val="tx2"/>
                </a:solidFill>
              </a:rPr>
              <a:t>1</a:t>
            </a:r>
          </a:p>
        </p:txBody>
      </p:sp>
      <p:sp>
        <p:nvSpPr>
          <p:cNvPr id="16" name="TextBox 15"/>
          <p:cNvSpPr txBox="1"/>
          <p:nvPr/>
        </p:nvSpPr>
        <p:spPr>
          <a:xfrm>
            <a:off x="1289304" y="1920240"/>
            <a:ext cx="6035040" cy="841248"/>
          </a:xfrm>
          <a:prstGeom prst="rect">
            <a:avLst/>
          </a:prstGeom>
          <a:noFill/>
        </p:spPr>
        <p:txBody>
          <a:bodyPr wrap="square" lIns="0" rIns="0" tIns="0" bIns="0" anchor="ctr">
            <a:spAutoFit/>
          </a:bodyPr>
          <a:lstStyle/>
          <a:p>
            <a:pPr algn="l"/>
            <a:r>
              <a:rPr sz="1700" b="1" i="0">
                <a:solidFill>
                  <a:schemeClr val="bg1"/>
                </a:solidFill>
              </a:rPr>
              <a:t>No PHI in Claude Code, Claude Edu, or any agentic tool.</a:t>
            </a:r>
          </a:p>
          <a:p>
            <a:pPr algn="l"/>
            <a:r>
              <a:rPr sz="1400" b="0" i="0">
                <a:solidFill>
                  <a:schemeClr val="bg1"/>
                </a:solidFill>
              </a:rPr>
              <a:t>PHI goes only into a PHI-approved workspace (for Claude: Claude Secure).</a:t>
            </a:r>
          </a:p>
        </p:txBody>
      </p:sp>
      <p:sp>
        <p:nvSpPr>
          <p:cNvPr id="17" name="Rounded Rectangle 16"/>
          <p:cNvSpPr/>
          <p:nvPr/>
        </p:nvSpPr>
        <p:spPr>
          <a:xfrm>
            <a:off x="512064" y="2889504"/>
            <a:ext cx="6949440" cy="603504"/>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94944" y="2971800"/>
            <a:ext cx="438912" cy="438912"/>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94944" y="2971800"/>
            <a:ext cx="438912" cy="438912"/>
          </a:xfrm>
          <a:prstGeom prst="rect">
            <a:avLst/>
          </a:prstGeom>
          <a:noFill/>
        </p:spPr>
        <p:txBody>
          <a:bodyPr wrap="square" lIns="0" rIns="0" tIns="0" bIns="0" anchor="ctr">
            <a:spAutoFit/>
          </a:bodyPr>
          <a:lstStyle/>
          <a:p>
            <a:pPr algn="ctr"/>
            <a:r>
              <a:rPr sz="1600" b="1" i="0">
                <a:solidFill>
                  <a:schemeClr val="bg1"/>
                </a:solidFill>
              </a:rPr>
              <a:t>2</a:t>
            </a:r>
          </a:p>
        </p:txBody>
      </p:sp>
      <p:sp>
        <p:nvSpPr>
          <p:cNvPr id="20" name="TextBox 19"/>
          <p:cNvSpPr txBox="1"/>
          <p:nvPr/>
        </p:nvSpPr>
        <p:spPr>
          <a:xfrm>
            <a:off x="1289304" y="2889504"/>
            <a:ext cx="6035040" cy="603504"/>
          </a:xfrm>
          <a:prstGeom prst="rect">
            <a:avLst/>
          </a:prstGeom>
          <a:noFill/>
        </p:spPr>
        <p:txBody>
          <a:bodyPr wrap="square" lIns="0" rIns="0" tIns="0" bIns="0" anchor="ctr">
            <a:spAutoFit/>
          </a:bodyPr>
          <a:lstStyle/>
          <a:p>
            <a:pPr algn="l"/>
            <a:r>
              <a:rPr sz="1700" b="1" i="0">
                <a:solidFill>
                  <a:schemeClr val="tx1"/>
                </a:solidFill>
              </a:rPr>
              <a:t>No citation you have not personally opened and verified.</a:t>
            </a:r>
          </a:p>
        </p:txBody>
      </p:sp>
      <p:sp>
        <p:nvSpPr>
          <p:cNvPr id="21" name="Rounded Rectangle 20"/>
          <p:cNvSpPr/>
          <p:nvPr/>
        </p:nvSpPr>
        <p:spPr>
          <a:xfrm>
            <a:off x="512064" y="3621024"/>
            <a:ext cx="6949440" cy="603504"/>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694944" y="3703320"/>
            <a:ext cx="438912" cy="438912"/>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94944" y="3703320"/>
            <a:ext cx="438912" cy="438912"/>
          </a:xfrm>
          <a:prstGeom prst="rect">
            <a:avLst/>
          </a:prstGeom>
          <a:noFill/>
        </p:spPr>
        <p:txBody>
          <a:bodyPr wrap="square" lIns="0" rIns="0" tIns="0" bIns="0" anchor="ctr">
            <a:spAutoFit/>
          </a:bodyPr>
          <a:lstStyle/>
          <a:p>
            <a:pPr algn="ctr"/>
            <a:r>
              <a:rPr sz="1600" b="1" i="0">
                <a:solidFill>
                  <a:schemeClr val="bg1"/>
                </a:solidFill>
              </a:rPr>
              <a:t>3</a:t>
            </a:r>
          </a:p>
        </p:txBody>
      </p:sp>
      <p:sp>
        <p:nvSpPr>
          <p:cNvPr id="24" name="TextBox 23"/>
          <p:cNvSpPr txBox="1"/>
          <p:nvPr/>
        </p:nvSpPr>
        <p:spPr>
          <a:xfrm>
            <a:off x="1289304" y="3621024"/>
            <a:ext cx="6035040" cy="603504"/>
          </a:xfrm>
          <a:prstGeom prst="rect">
            <a:avLst/>
          </a:prstGeom>
          <a:noFill/>
        </p:spPr>
        <p:txBody>
          <a:bodyPr wrap="square" lIns="0" rIns="0" tIns="0" bIns="0" anchor="ctr">
            <a:spAutoFit/>
          </a:bodyPr>
          <a:lstStyle/>
          <a:p>
            <a:pPr algn="l"/>
            <a:r>
              <a:rPr sz="1700" b="1" i="0">
                <a:solidFill>
                  <a:schemeClr val="tx1"/>
                </a:solidFill>
              </a:rPr>
              <a:t>No AI-only qualitative coding.</a:t>
            </a:r>
          </a:p>
        </p:txBody>
      </p:sp>
      <p:sp>
        <p:nvSpPr>
          <p:cNvPr id="25" name="Rounded Rectangle 24"/>
          <p:cNvSpPr/>
          <p:nvPr/>
        </p:nvSpPr>
        <p:spPr>
          <a:xfrm>
            <a:off x="512064" y="4352544"/>
            <a:ext cx="6949440" cy="603504"/>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94944" y="4434840"/>
            <a:ext cx="438912" cy="438912"/>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94944" y="4434840"/>
            <a:ext cx="438912" cy="438912"/>
          </a:xfrm>
          <a:prstGeom prst="rect">
            <a:avLst/>
          </a:prstGeom>
          <a:noFill/>
        </p:spPr>
        <p:txBody>
          <a:bodyPr wrap="square" lIns="0" rIns="0" tIns="0" bIns="0" anchor="ctr">
            <a:spAutoFit/>
          </a:bodyPr>
          <a:lstStyle/>
          <a:p>
            <a:pPr algn="ctr"/>
            <a:r>
              <a:rPr sz="1600" b="1" i="0">
                <a:solidFill>
                  <a:schemeClr val="bg1"/>
                </a:solidFill>
              </a:rPr>
              <a:t>4</a:t>
            </a:r>
          </a:p>
        </p:txBody>
      </p:sp>
      <p:sp>
        <p:nvSpPr>
          <p:cNvPr id="28" name="TextBox 27"/>
          <p:cNvSpPr txBox="1"/>
          <p:nvPr/>
        </p:nvSpPr>
        <p:spPr>
          <a:xfrm>
            <a:off x="1289304" y="4352544"/>
            <a:ext cx="6035040" cy="603504"/>
          </a:xfrm>
          <a:prstGeom prst="rect">
            <a:avLst/>
          </a:prstGeom>
          <a:noFill/>
        </p:spPr>
        <p:txBody>
          <a:bodyPr wrap="square" lIns="0" rIns="0" tIns="0" bIns="0" anchor="ctr">
            <a:spAutoFit/>
          </a:bodyPr>
          <a:lstStyle/>
          <a:p>
            <a:pPr algn="l"/>
            <a:r>
              <a:rPr sz="1700" b="1" i="0">
                <a:solidFill>
                  <a:schemeClr val="tx1"/>
                </a:solidFill>
              </a:rPr>
              <a:t>No uploading manuscripts you are peer-reviewing.</a:t>
            </a:r>
          </a:p>
        </p:txBody>
      </p:sp>
      <p:sp>
        <p:nvSpPr>
          <p:cNvPr id="29" name="Rounded Rectangle 28"/>
          <p:cNvSpPr/>
          <p:nvPr/>
        </p:nvSpPr>
        <p:spPr>
          <a:xfrm>
            <a:off x="512064" y="5084064"/>
            <a:ext cx="6949440" cy="603504"/>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694944" y="5166359"/>
            <a:ext cx="438912" cy="438912"/>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94944" y="5166359"/>
            <a:ext cx="438912" cy="438912"/>
          </a:xfrm>
          <a:prstGeom prst="rect">
            <a:avLst/>
          </a:prstGeom>
          <a:noFill/>
        </p:spPr>
        <p:txBody>
          <a:bodyPr wrap="square" lIns="0" rIns="0" tIns="0" bIns="0" anchor="ctr">
            <a:spAutoFit/>
          </a:bodyPr>
          <a:lstStyle/>
          <a:p>
            <a:pPr algn="ctr"/>
            <a:r>
              <a:rPr sz="1600" b="1" i="0">
                <a:solidFill>
                  <a:schemeClr val="bg1"/>
                </a:solidFill>
              </a:rPr>
              <a:t>5</a:t>
            </a:r>
          </a:p>
        </p:txBody>
      </p:sp>
      <p:sp>
        <p:nvSpPr>
          <p:cNvPr id="32" name="TextBox 31"/>
          <p:cNvSpPr txBox="1"/>
          <p:nvPr/>
        </p:nvSpPr>
        <p:spPr>
          <a:xfrm>
            <a:off x="1289304" y="5084064"/>
            <a:ext cx="6035040" cy="603504"/>
          </a:xfrm>
          <a:prstGeom prst="rect">
            <a:avLst/>
          </a:prstGeom>
          <a:noFill/>
        </p:spPr>
        <p:txBody>
          <a:bodyPr wrap="square" lIns="0" rIns="0" tIns="0" bIns="0" anchor="ctr">
            <a:spAutoFit/>
          </a:bodyPr>
          <a:lstStyle/>
          <a:p>
            <a:pPr algn="l"/>
            <a:r>
              <a:rPr sz="1700" b="1" i="0">
                <a:solidFill>
                  <a:schemeClr val="tx1"/>
                </a:solidFill>
              </a:rPr>
              <a:t>No credentials or secrets committed to a repository.</a:t>
            </a:r>
          </a:p>
        </p:txBody>
      </p:sp>
      <p:sp>
        <p:nvSpPr>
          <p:cNvPr id="33" name="TextBox 32"/>
          <p:cNvSpPr txBox="1"/>
          <p:nvPr/>
        </p:nvSpPr>
        <p:spPr>
          <a:xfrm>
            <a:off x="7772400" y="1920240"/>
            <a:ext cx="3904487" cy="365760"/>
          </a:xfrm>
          <a:prstGeom prst="rect">
            <a:avLst/>
          </a:prstGeom>
          <a:noFill/>
        </p:spPr>
        <p:txBody>
          <a:bodyPr wrap="square" lIns="0" rIns="0" tIns="0" bIns="0" anchor="t">
            <a:spAutoFit/>
          </a:bodyPr>
          <a:lstStyle/>
          <a:p>
            <a:pPr algn="l"/>
            <a:r>
              <a:rPr sz="1500" b="1" i="0">
                <a:solidFill>
                  <a:schemeClr val="tx2"/>
                </a:solidFill>
              </a:rPr>
              <a:t>.gitignore (project template)</a:t>
            </a:r>
          </a:p>
        </p:txBody>
      </p:sp>
      <p:sp>
        <p:nvSpPr>
          <p:cNvPr id="34" name="code_block"/>
          <p:cNvSpPr/>
          <p:nvPr/>
        </p:nvSpPr>
        <p:spPr>
          <a:xfrm>
            <a:off x="7772400" y="2331720"/>
            <a:ext cx="3904487" cy="2011680"/>
          </a:xfrm>
          <a:prstGeom prst="roundRect">
            <a:avLst>
              <a:gd name="adj" fmla="val 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973568" y="2331720"/>
            <a:ext cx="3538727" cy="2011680"/>
          </a:xfrm>
          <a:prstGeom prst="rect">
            <a:avLst/>
          </a:prstGeom>
          <a:noFill/>
        </p:spPr>
        <p:txBody>
          <a:bodyPr wrap="square" lIns="0" rIns="0" tIns="0" bIns="0" anchor="ctr">
            <a:spAutoFit/>
          </a:bodyPr>
          <a:lstStyle/>
          <a:p>
            <a:pPr algn="l">
              <a:spcAft>
                <a:spcPts val="200"/>
              </a:spcAft>
            </a:pPr>
            <a:r>
              <a:rPr sz="1700" b="0" i="0">
                <a:solidFill>
                  <a:srgbClr val="FFFFFF"/>
                </a:solidFill>
                <a:latin typeface="Courier New"/>
              </a:rPr>
              <a:t>data_raw/*</a:t>
            </a:r>
          </a:p>
          <a:p>
            <a:pPr algn="l">
              <a:spcAft>
                <a:spcPts val="200"/>
              </a:spcAft>
            </a:pPr>
            <a:r>
              <a:rPr sz="1700" b="0" i="0">
                <a:solidFill>
                  <a:srgbClr val="FFFFFF"/>
                </a:solidFill>
                <a:latin typeface="Courier New"/>
              </a:rPr>
              <a:t>data_clean/*</a:t>
            </a:r>
          </a:p>
          <a:p>
            <a:pPr algn="l">
              <a:spcAft>
                <a:spcPts val="200"/>
              </a:spcAft>
            </a:pPr>
            <a:r>
              <a:rPr sz="1700" b="0" i="0">
                <a:solidFill>
                  <a:srgbClr val="FFFFFF"/>
                </a:solidFill>
                <a:latin typeface="Courier New"/>
              </a:rPr>
              <a:t>.Renviron</a:t>
            </a:r>
          </a:p>
          <a:p>
            <a:pPr algn="l">
              <a:spcAft>
                <a:spcPts val="200"/>
              </a:spcAft>
            </a:pPr>
            <a:r>
              <a:rPr sz="1700" b="0" i="0">
                <a:solidFill>
                  <a:srgbClr val="FFFFFF"/>
                </a:solidFill>
                <a:latin typeface="Courier New"/>
              </a:rPr>
              <a:t>.env</a:t>
            </a:r>
          </a:p>
        </p:txBody>
      </p:sp>
      <p:sp>
        <p:nvSpPr>
          <p:cNvPr id="36" name="TextBox 35"/>
          <p:cNvSpPr txBox="1"/>
          <p:nvPr/>
        </p:nvSpPr>
        <p:spPr>
          <a:xfrm>
            <a:off x="7772400" y="4526280"/>
            <a:ext cx="3904487" cy="1188720"/>
          </a:xfrm>
          <a:prstGeom prst="rect">
            <a:avLst/>
          </a:prstGeom>
          <a:noFill/>
        </p:spPr>
        <p:txBody>
          <a:bodyPr wrap="square" lIns="0" rIns="0" tIns="0" bIns="0" anchor="t">
            <a:spAutoFit/>
          </a:bodyPr>
          <a:lstStyle/>
          <a:p>
            <a:pPr algn="l"/>
            <a:r>
              <a:rPr sz="1500" b="0" i="1">
                <a:solidFill>
                  <a:srgbClr val="5F5F5F"/>
                </a:solidFill>
              </a:rPr>
              <a:t>Secrets go in .Renviron, read with Sys.getenv(). CLAUDE.md never contains them.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to disclose</a:t>
            </a:r>
          </a:p>
        </p:txBody>
      </p:sp>
      <p:sp>
        <p:nvSpPr>
          <p:cNvPr id="3" name="Text Placeholder 2"/>
          <p:cNvSpPr>
            <a:spLocks noGrp="1"/>
          </p:cNvSpPr>
          <p:nvPr>
            <p:ph type="body" idx="12" sz="quarter"/>
          </p:nvPr>
        </p:nvSpPr>
        <p:spPr/>
        <p:txBody>
          <a:bodyPr/>
          <a:lstStyle/>
          <a:p>
            <a:r>
              <a:t>A decision tree that holds up across most venues</a:t>
            </a:r>
          </a:p>
        </p:txBody>
      </p:sp>
      <p:sp>
        <p:nvSpPr>
          <p:cNvPr id="4" name="Text Placeholder 3"/>
          <p:cNvSpPr>
            <a:spLocks noGrp="1"/>
          </p:cNvSpPr>
          <p:nvPr>
            <p:ph type="body" idx="14" sz="quarter"/>
          </p:nvPr>
        </p:nvSpPr>
        <p:spPr/>
        <p:txBody>
          <a:bodyPr/>
          <a:lstStyle/>
          <a:p>
            <a:r>
              <a:t>C · Disclosure</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5303520" cy="621792"/>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_FaChartColumn_circle"/>
          <p:cNvSpPr/>
          <p:nvPr/>
        </p:nvSpPr>
        <p:spPr>
          <a:xfrm>
            <a:off x="676656" y="2011680"/>
            <a:ext cx="438912" cy="43891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ChartColumn_white.png"/>
          <p:cNvPicPr>
            <a:picLocks noChangeAspect="1"/>
          </p:cNvPicPr>
          <p:nvPr/>
        </p:nvPicPr>
        <p:blipFill>
          <a:blip r:embed="rId3"/>
          <a:stretch>
            <a:fillRect/>
          </a:stretch>
        </p:blipFill>
        <p:spPr>
          <a:xfrm>
            <a:off x="786384" y="2121408"/>
            <a:ext cx="219456" cy="219456"/>
          </a:xfrm>
          <a:prstGeom prst="rect">
            <a:avLst/>
          </a:prstGeom>
        </p:spPr>
      </p:pic>
      <p:sp>
        <p:nvSpPr>
          <p:cNvPr id="16" name="TextBox 15"/>
          <p:cNvSpPr txBox="1"/>
          <p:nvPr/>
        </p:nvSpPr>
        <p:spPr>
          <a:xfrm>
            <a:off x="1252728" y="1920240"/>
            <a:ext cx="4453127" cy="621792"/>
          </a:xfrm>
          <a:prstGeom prst="rect">
            <a:avLst/>
          </a:prstGeom>
          <a:noFill/>
        </p:spPr>
        <p:txBody>
          <a:bodyPr wrap="square" lIns="0" rIns="0" tIns="0" bIns="0" anchor="ctr">
            <a:spAutoFit/>
          </a:bodyPr>
          <a:lstStyle/>
          <a:p>
            <a:pPr algn="l"/>
            <a:r>
              <a:rPr sz="1500" b="0" i="0">
                <a:solidFill>
                  <a:schemeClr val="tx1"/>
                </a:solidFill>
              </a:rPr>
              <a:t>AI touched analysis, data transformation, or results</a:t>
            </a:r>
          </a:p>
        </p:txBody>
      </p:sp>
      <p:cxnSp>
        <p:nvCxnSpPr>
          <p:cNvPr id="17" name="Connector 16"/>
          <p:cNvCxnSpPr/>
          <p:nvPr/>
        </p:nvCxnSpPr>
        <p:spPr>
          <a:xfrm>
            <a:off x="5943600" y="2231136"/>
            <a:ext cx="457200" cy="0"/>
          </a:xfrm>
          <a:prstGeom prst="line">
            <a:avLst/>
          </a:prstGeom>
          <a:ln w="3175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537960" y="1920240"/>
            <a:ext cx="5138928" cy="621792"/>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20840" y="1920240"/>
            <a:ext cx="4846320" cy="621792"/>
          </a:xfrm>
          <a:prstGeom prst="rect">
            <a:avLst/>
          </a:prstGeom>
          <a:noFill/>
        </p:spPr>
        <p:txBody>
          <a:bodyPr wrap="square" lIns="0" rIns="0" tIns="0" bIns="0" anchor="ctr">
            <a:spAutoFit/>
          </a:bodyPr>
          <a:lstStyle/>
          <a:p>
            <a:pPr algn="l"/>
            <a:r>
              <a:rPr sz="1500" b="1" i="0">
                <a:solidFill>
                  <a:schemeClr val="bg1"/>
                </a:solidFill>
              </a:rPr>
              <a:t>Disclose in Methods: tool, version, date, what it did</a:t>
            </a:r>
          </a:p>
        </p:txBody>
      </p:sp>
      <p:sp>
        <p:nvSpPr>
          <p:cNvPr id="20" name="Rounded Rectangle 19"/>
          <p:cNvSpPr/>
          <p:nvPr/>
        </p:nvSpPr>
        <p:spPr>
          <a:xfrm>
            <a:off x="512064" y="2670048"/>
            <a:ext cx="5303520" cy="621792"/>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con_FaPenNib_circle"/>
          <p:cNvSpPr/>
          <p:nvPr/>
        </p:nvSpPr>
        <p:spPr>
          <a:xfrm>
            <a:off x="676656" y="2761488"/>
            <a:ext cx="438912" cy="43891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aPenNib_white.png"/>
          <p:cNvPicPr>
            <a:picLocks noChangeAspect="1"/>
          </p:cNvPicPr>
          <p:nvPr/>
        </p:nvPicPr>
        <p:blipFill>
          <a:blip r:embed="rId4"/>
          <a:stretch>
            <a:fillRect/>
          </a:stretch>
        </p:blipFill>
        <p:spPr>
          <a:xfrm>
            <a:off x="786384" y="2871216"/>
            <a:ext cx="219456" cy="219456"/>
          </a:xfrm>
          <a:prstGeom prst="rect">
            <a:avLst/>
          </a:prstGeom>
        </p:spPr>
      </p:pic>
      <p:sp>
        <p:nvSpPr>
          <p:cNvPr id="23" name="TextBox 22"/>
          <p:cNvSpPr txBox="1"/>
          <p:nvPr/>
        </p:nvSpPr>
        <p:spPr>
          <a:xfrm>
            <a:off x="1252728" y="2670048"/>
            <a:ext cx="4453127" cy="621792"/>
          </a:xfrm>
          <a:prstGeom prst="rect">
            <a:avLst/>
          </a:prstGeom>
          <a:noFill/>
        </p:spPr>
        <p:txBody>
          <a:bodyPr wrap="square" lIns="0" rIns="0" tIns="0" bIns="0" anchor="ctr">
            <a:spAutoFit/>
          </a:bodyPr>
          <a:lstStyle/>
          <a:p>
            <a:pPr algn="l"/>
            <a:r>
              <a:rPr sz="1500" b="0" i="0">
                <a:solidFill>
                  <a:schemeClr val="tx1"/>
                </a:solidFill>
              </a:rPr>
              <a:t>AI generated or substantially revised prose</a:t>
            </a:r>
          </a:p>
        </p:txBody>
      </p:sp>
      <p:cxnSp>
        <p:nvCxnSpPr>
          <p:cNvPr id="24" name="Connector 23"/>
          <p:cNvCxnSpPr/>
          <p:nvPr/>
        </p:nvCxnSpPr>
        <p:spPr>
          <a:xfrm>
            <a:off x="5943600" y="2980944"/>
            <a:ext cx="457200" cy="0"/>
          </a:xfrm>
          <a:prstGeom prst="line">
            <a:avLst/>
          </a:prstGeom>
          <a:ln w="3175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537960" y="2670048"/>
            <a:ext cx="5138928" cy="621792"/>
          </a:xfrm>
          <a:prstGeom prst="roundRect">
            <a:avLst>
              <a:gd name="adj" fmla="val 8000"/>
            </a:avLst>
          </a:prstGeom>
          <a:solidFill>
            <a:srgbClr val="F6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720840" y="2670048"/>
            <a:ext cx="4846320" cy="621792"/>
          </a:xfrm>
          <a:prstGeom prst="rect">
            <a:avLst/>
          </a:prstGeom>
          <a:noFill/>
        </p:spPr>
        <p:txBody>
          <a:bodyPr wrap="square" lIns="0" rIns="0" tIns="0" bIns="0" anchor="ctr">
            <a:spAutoFit/>
          </a:bodyPr>
          <a:lstStyle/>
          <a:p>
            <a:pPr algn="l"/>
            <a:r>
              <a:rPr sz="1500" b="1" i="0">
                <a:solidFill>
                  <a:schemeClr val="tx1"/>
                </a:solidFill>
              </a:rPr>
              <a:t>Disclose per venue policy</a:t>
            </a:r>
          </a:p>
        </p:txBody>
      </p:sp>
      <p:sp>
        <p:nvSpPr>
          <p:cNvPr id="27" name="Rounded Rectangle 26"/>
          <p:cNvSpPr/>
          <p:nvPr/>
        </p:nvSpPr>
        <p:spPr>
          <a:xfrm>
            <a:off x="512064" y="3419856"/>
            <a:ext cx="5303520" cy="621792"/>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con_FaMagnifyingGlass_circle"/>
          <p:cNvSpPr/>
          <p:nvPr/>
        </p:nvSpPr>
        <p:spPr>
          <a:xfrm>
            <a:off x="676656" y="3511296"/>
            <a:ext cx="438912" cy="43891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aMagnifyingGlass_white.png"/>
          <p:cNvPicPr>
            <a:picLocks noChangeAspect="1"/>
          </p:cNvPicPr>
          <p:nvPr/>
        </p:nvPicPr>
        <p:blipFill>
          <a:blip r:embed="rId5"/>
          <a:stretch>
            <a:fillRect/>
          </a:stretch>
        </p:blipFill>
        <p:spPr>
          <a:xfrm>
            <a:off x="786384" y="3621024"/>
            <a:ext cx="219456" cy="219456"/>
          </a:xfrm>
          <a:prstGeom prst="rect">
            <a:avLst/>
          </a:prstGeom>
        </p:spPr>
      </p:pic>
      <p:sp>
        <p:nvSpPr>
          <p:cNvPr id="30" name="TextBox 29"/>
          <p:cNvSpPr txBox="1"/>
          <p:nvPr/>
        </p:nvSpPr>
        <p:spPr>
          <a:xfrm>
            <a:off x="1252728" y="3419856"/>
            <a:ext cx="4453127" cy="621792"/>
          </a:xfrm>
          <a:prstGeom prst="rect">
            <a:avLst/>
          </a:prstGeom>
          <a:noFill/>
        </p:spPr>
        <p:txBody>
          <a:bodyPr wrap="square" lIns="0" rIns="0" tIns="0" bIns="0" anchor="ctr">
            <a:spAutoFit/>
          </a:bodyPr>
          <a:lstStyle/>
          <a:p>
            <a:pPr algn="l"/>
            <a:r>
              <a:rPr sz="1500" b="0" i="0">
                <a:solidFill>
                  <a:schemeClr val="tx1"/>
                </a:solidFill>
              </a:rPr>
              <a:t>AI helped with literature search or ideas</a:t>
            </a:r>
          </a:p>
        </p:txBody>
      </p:sp>
      <p:cxnSp>
        <p:nvCxnSpPr>
          <p:cNvPr id="31" name="Connector 30"/>
          <p:cNvCxnSpPr/>
          <p:nvPr/>
        </p:nvCxnSpPr>
        <p:spPr>
          <a:xfrm>
            <a:off x="5943600" y="3730752"/>
            <a:ext cx="457200" cy="0"/>
          </a:xfrm>
          <a:prstGeom prst="line">
            <a:avLst/>
          </a:prstGeom>
          <a:ln w="3175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6537960" y="3419856"/>
            <a:ext cx="5138928" cy="621792"/>
          </a:xfrm>
          <a:prstGeom prst="roundRect">
            <a:avLst>
              <a:gd name="adj" fmla="val 8000"/>
            </a:avLst>
          </a:prstGeom>
          <a:solidFill>
            <a:srgbClr val="F6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720840" y="3419856"/>
            <a:ext cx="4846320" cy="621792"/>
          </a:xfrm>
          <a:prstGeom prst="rect">
            <a:avLst/>
          </a:prstGeom>
          <a:noFill/>
        </p:spPr>
        <p:txBody>
          <a:bodyPr wrap="square" lIns="0" rIns="0" tIns="0" bIns="0" anchor="ctr">
            <a:spAutoFit/>
          </a:bodyPr>
          <a:lstStyle/>
          <a:p>
            <a:pPr algn="l"/>
            <a:r>
              <a:rPr sz="1500" b="1" i="0">
                <a:solidFill>
                  <a:schemeClr val="tx1"/>
                </a:solidFill>
              </a:rPr>
              <a:t>Increasingly expected; check the venue</a:t>
            </a:r>
          </a:p>
        </p:txBody>
      </p:sp>
      <p:sp>
        <p:nvSpPr>
          <p:cNvPr id="34" name="Rounded Rectangle 33"/>
          <p:cNvSpPr/>
          <p:nvPr/>
        </p:nvSpPr>
        <p:spPr>
          <a:xfrm>
            <a:off x="512064" y="4169664"/>
            <a:ext cx="5303520" cy="621792"/>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icon_FaCheck_circle"/>
          <p:cNvSpPr/>
          <p:nvPr/>
        </p:nvSpPr>
        <p:spPr>
          <a:xfrm>
            <a:off x="676656" y="4261104"/>
            <a:ext cx="438912" cy="43891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FaCheck_white.png"/>
          <p:cNvPicPr>
            <a:picLocks noChangeAspect="1"/>
          </p:cNvPicPr>
          <p:nvPr/>
        </p:nvPicPr>
        <p:blipFill>
          <a:blip r:embed="rId6"/>
          <a:stretch>
            <a:fillRect/>
          </a:stretch>
        </p:blipFill>
        <p:spPr>
          <a:xfrm>
            <a:off x="786384" y="4370832"/>
            <a:ext cx="219456" cy="219456"/>
          </a:xfrm>
          <a:prstGeom prst="rect">
            <a:avLst/>
          </a:prstGeom>
        </p:spPr>
      </p:pic>
      <p:sp>
        <p:nvSpPr>
          <p:cNvPr id="37" name="TextBox 36"/>
          <p:cNvSpPr txBox="1"/>
          <p:nvPr/>
        </p:nvSpPr>
        <p:spPr>
          <a:xfrm>
            <a:off x="1252728" y="4169664"/>
            <a:ext cx="4453127" cy="621792"/>
          </a:xfrm>
          <a:prstGeom prst="rect">
            <a:avLst/>
          </a:prstGeom>
          <a:noFill/>
        </p:spPr>
        <p:txBody>
          <a:bodyPr wrap="square" lIns="0" rIns="0" tIns="0" bIns="0" anchor="ctr">
            <a:spAutoFit/>
          </a:bodyPr>
          <a:lstStyle/>
          <a:p>
            <a:pPr algn="l"/>
            <a:r>
              <a:rPr sz="1500" b="0" i="0">
                <a:solidFill>
                  <a:schemeClr val="tx1"/>
                </a:solidFill>
              </a:rPr>
              <a:t>Grammar, spelling, formatting only</a:t>
            </a:r>
          </a:p>
        </p:txBody>
      </p:sp>
      <p:cxnSp>
        <p:nvCxnSpPr>
          <p:cNvPr id="38" name="Connector 37"/>
          <p:cNvCxnSpPr/>
          <p:nvPr/>
        </p:nvCxnSpPr>
        <p:spPr>
          <a:xfrm>
            <a:off x="5943600" y="4480560"/>
            <a:ext cx="457200" cy="0"/>
          </a:xfrm>
          <a:prstGeom prst="line">
            <a:avLst/>
          </a:prstGeom>
          <a:ln w="3175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537960" y="4169664"/>
            <a:ext cx="5138928" cy="621792"/>
          </a:xfrm>
          <a:prstGeom prst="roundRect">
            <a:avLst>
              <a:gd name="adj" fmla="val 8000"/>
            </a:avLst>
          </a:prstGeom>
          <a:solidFill>
            <a:srgbClr val="F6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720840" y="4169664"/>
            <a:ext cx="4846320" cy="621792"/>
          </a:xfrm>
          <a:prstGeom prst="rect">
            <a:avLst/>
          </a:prstGeom>
          <a:noFill/>
        </p:spPr>
        <p:txBody>
          <a:bodyPr wrap="square" lIns="0" rIns="0" tIns="0" bIns="0" anchor="ctr">
            <a:spAutoFit/>
          </a:bodyPr>
          <a:lstStyle/>
          <a:p>
            <a:pPr algn="l"/>
            <a:r>
              <a:rPr sz="1500" b="1" i="0">
                <a:solidFill>
                  <a:schemeClr val="tx1"/>
                </a:solidFill>
              </a:rPr>
              <a:t>Often exempt, but not everywhere (APA, Taylor &amp; Francis, ICMJE journals: disclose)</a:t>
            </a:r>
          </a:p>
        </p:txBody>
      </p:sp>
      <p:sp>
        <p:nvSpPr>
          <p:cNvPr id="41" name="Rounded Rectangle 40"/>
          <p:cNvSpPr/>
          <p:nvPr/>
        </p:nvSpPr>
        <p:spPr>
          <a:xfrm>
            <a:off x="512064" y="4983480"/>
            <a:ext cx="11164824" cy="6858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FaRobot_white.png"/>
          <p:cNvPicPr>
            <a:picLocks noChangeAspect="1"/>
          </p:cNvPicPr>
          <p:nvPr/>
        </p:nvPicPr>
        <p:blipFill>
          <a:blip r:embed="rId7"/>
          <a:stretch>
            <a:fillRect/>
          </a:stretch>
        </p:blipFill>
        <p:spPr>
          <a:xfrm>
            <a:off x="786384" y="5120640"/>
            <a:ext cx="411480" cy="411480"/>
          </a:xfrm>
          <a:prstGeom prst="rect">
            <a:avLst/>
          </a:prstGeom>
        </p:spPr>
      </p:pic>
      <p:sp>
        <p:nvSpPr>
          <p:cNvPr id="43" name="TextBox 42"/>
          <p:cNvSpPr txBox="1"/>
          <p:nvPr/>
        </p:nvSpPr>
        <p:spPr>
          <a:xfrm>
            <a:off x="1426464" y="4983480"/>
            <a:ext cx="9976104" cy="685800"/>
          </a:xfrm>
          <a:prstGeom prst="rect">
            <a:avLst/>
          </a:prstGeom>
          <a:noFill/>
        </p:spPr>
        <p:txBody>
          <a:bodyPr wrap="square" lIns="0" rIns="0" tIns="0" bIns="0" anchor="ctr">
            <a:spAutoFit/>
          </a:bodyPr>
          <a:lstStyle/>
          <a:p>
            <a:pPr algn="l"/>
            <a:r>
              <a:rPr sz="1900" b="1" i="0">
                <a:solidFill>
                  <a:schemeClr val="bg1"/>
                </a:solidFill>
              </a:rPr>
              <a:t>AI cannot be an author. </a:t>
            </a:r>
            <a:r>
              <a:rPr sz="1900" b="0" i="0">
                <a:solidFill>
                  <a:schemeClr val="bg1"/>
                </a:solidFill>
              </a:rPr>
              <a:t>A person answers for every claim.</a:t>
            </a:r>
          </a:p>
        </p:txBody>
      </p:sp>
      <p:sp>
        <p:nvSpPr>
          <p:cNvPr id="44" name="source"/>
          <p:cNvSpPr txBox="1"/>
          <p:nvPr/>
        </p:nvSpPr>
        <p:spPr>
          <a:xfrm>
            <a:off x="512064" y="5833872"/>
            <a:ext cx="11164824" cy="274320"/>
          </a:xfrm>
          <a:prstGeom prst="rect">
            <a:avLst/>
          </a:prstGeom>
          <a:noFill/>
        </p:spPr>
        <p:txBody>
          <a:bodyPr wrap="square" lIns="0" rIns="0" tIns="0" bIns="0" anchor="b">
            <a:spAutoFit/>
          </a:bodyPr>
          <a:lstStyle/>
          <a:p>
            <a:pPr algn="l"/>
            <a:r>
              <a:rPr sz="1100" b="0" i="1">
                <a:solidFill>
                  <a:srgbClr val="5F5F5F"/>
                </a:solidFill>
              </a:rPr>
              <a:t>Institutional and journal policies change quickly. This is a durable framework; check the current source before relying on any rule. Sources in the speaker notes (ICMJE, COPE, APA, AERA, Elsevier, Springer Nature, T&amp;F, Wiley, SAGE, NIH, NSF; accessed 2026-10-12).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Three statements you can adapt</a:t>
            </a:r>
          </a:p>
        </p:txBody>
      </p:sp>
      <p:sp>
        <p:nvSpPr>
          <p:cNvPr id="3" name="Text Placeholder 2"/>
          <p:cNvSpPr>
            <a:spLocks noGrp="1"/>
          </p:cNvSpPr>
          <p:nvPr>
            <p:ph type="body" idx="12" sz="quarter"/>
          </p:nvPr>
        </p:nvSpPr>
        <p:spPr/>
        <p:txBody>
          <a:bodyPr/>
          <a:lstStyle/>
          <a:p>
            <a:r>
              <a:t>Each says what the machine did and what the author did</a:t>
            </a:r>
          </a:p>
        </p:txBody>
      </p:sp>
      <p:sp>
        <p:nvSpPr>
          <p:cNvPr id="4" name="Text Placeholder 3"/>
          <p:cNvSpPr>
            <a:spLocks noGrp="1"/>
          </p:cNvSpPr>
          <p:nvPr>
            <p:ph type="body" idx="14" sz="quarter"/>
          </p:nvPr>
        </p:nvSpPr>
        <p:spPr/>
        <p:txBody>
          <a:bodyPr/>
          <a:lstStyle/>
          <a:p>
            <a:r>
              <a:t>C · Disclosure</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3538728" cy="3840480"/>
          </a:xfrm>
          <a:prstGeom prst="roundRect">
            <a:avLst>
              <a:gd name="adj" fmla="val 8000"/>
            </a:avLst>
          </a:prstGeom>
          <a:solidFill>
            <a:srgbClr val="F6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_FaChartColumn_circle"/>
          <p:cNvSpPr/>
          <p:nvPr/>
        </p:nvSpPr>
        <p:spPr>
          <a:xfrm>
            <a:off x="740664" y="2148840"/>
            <a:ext cx="548640" cy="54864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ChartColumn_white.png"/>
          <p:cNvPicPr>
            <a:picLocks noChangeAspect="1"/>
          </p:cNvPicPr>
          <p:nvPr/>
        </p:nvPicPr>
        <p:blipFill>
          <a:blip r:embed="rId3"/>
          <a:stretch>
            <a:fillRect/>
          </a:stretch>
        </p:blipFill>
        <p:spPr>
          <a:xfrm>
            <a:off x="877824" y="2286000"/>
            <a:ext cx="274320" cy="274320"/>
          </a:xfrm>
          <a:prstGeom prst="rect">
            <a:avLst/>
          </a:prstGeom>
        </p:spPr>
      </p:pic>
      <p:sp>
        <p:nvSpPr>
          <p:cNvPr id="16" name="TextBox 15"/>
          <p:cNvSpPr txBox="1"/>
          <p:nvPr/>
        </p:nvSpPr>
        <p:spPr>
          <a:xfrm>
            <a:off x="1426464" y="2103120"/>
            <a:ext cx="2487168" cy="365760"/>
          </a:xfrm>
          <a:prstGeom prst="rect">
            <a:avLst/>
          </a:prstGeom>
          <a:noFill/>
        </p:spPr>
        <p:txBody>
          <a:bodyPr wrap="square" lIns="0" rIns="0" tIns="0" bIns="0" anchor="t">
            <a:spAutoFit/>
          </a:bodyPr>
          <a:lstStyle/>
          <a:p>
            <a:pPr algn="l"/>
            <a:r>
              <a:rPr sz="1800" b="1" i="0">
                <a:solidFill>
                  <a:schemeClr val="tx1"/>
                </a:solidFill>
              </a:rPr>
              <a:t>Analysis assistance</a:t>
            </a:r>
          </a:p>
        </p:txBody>
      </p:sp>
      <p:sp>
        <p:nvSpPr>
          <p:cNvPr id="17" name="TextBox 16"/>
          <p:cNvSpPr txBox="1"/>
          <p:nvPr/>
        </p:nvSpPr>
        <p:spPr>
          <a:xfrm>
            <a:off x="1426464" y="2450592"/>
            <a:ext cx="2487168" cy="320040"/>
          </a:xfrm>
          <a:prstGeom prst="rect">
            <a:avLst/>
          </a:prstGeom>
          <a:noFill/>
        </p:spPr>
        <p:txBody>
          <a:bodyPr wrap="square" lIns="0" rIns="0" tIns="0" bIns="0" anchor="t">
            <a:spAutoFit/>
          </a:bodyPr>
          <a:lstStyle/>
          <a:p>
            <a:pPr algn="l"/>
            <a:r>
              <a:rPr sz="1300" b="1" i="0">
                <a:solidFill>
                  <a:schemeClr val="tx2"/>
                </a:solidFill>
              </a:rPr>
              <a:t>Methods</a:t>
            </a:r>
          </a:p>
        </p:txBody>
      </p:sp>
      <p:sp>
        <p:nvSpPr>
          <p:cNvPr id="18" name="TextBox 17"/>
          <p:cNvSpPr txBox="1"/>
          <p:nvPr/>
        </p:nvSpPr>
        <p:spPr>
          <a:xfrm>
            <a:off x="740664" y="2926080"/>
            <a:ext cx="3081528" cy="2743200"/>
          </a:xfrm>
          <a:prstGeom prst="rect">
            <a:avLst/>
          </a:prstGeom>
          <a:noFill/>
        </p:spPr>
        <p:txBody>
          <a:bodyPr wrap="square" lIns="0" rIns="0" tIns="0" bIns="0" anchor="t">
            <a:spAutoFit/>
          </a:bodyPr>
          <a:lstStyle/>
          <a:p>
            <a:pPr algn="l"/>
            <a:r>
              <a:rPr sz="1400" b="0" i="1">
                <a:solidFill>
                  <a:schemeClr val="tx1"/>
                </a:solidFill>
              </a:rPr>
              <a:t>“Data cleaning and estimation code were drafted with Claude Code ([version], Anthropic) between [dates]. The author specified the cleaning rules and the research design, reviewed every script, re-ran the full pipeline, and verified all reported estimates against the output files.”</a:t>
            </a:r>
          </a:p>
        </p:txBody>
      </p:sp>
      <p:sp>
        <p:nvSpPr>
          <p:cNvPr id="19" name="Rounded Rectangle 18"/>
          <p:cNvSpPr/>
          <p:nvPr/>
        </p:nvSpPr>
        <p:spPr>
          <a:xfrm>
            <a:off x="4325112" y="1920240"/>
            <a:ext cx="3538728" cy="384048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con_FaPenNib_circle"/>
          <p:cNvSpPr/>
          <p:nvPr/>
        </p:nvSpPr>
        <p:spPr>
          <a:xfrm>
            <a:off x="4553712" y="2148840"/>
            <a:ext cx="548640" cy="54864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FaPenNib_white.png"/>
          <p:cNvPicPr>
            <a:picLocks noChangeAspect="1"/>
          </p:cNvPicPr>
          <p:nvPr/>
        </p:nvPicPr>
        <p:blipFill>
          <a:blip r:embed="rId4"/>
          <a:stretch>
            <a:fillRect/>
          </a:stretch>
        </p:blipFill>
        <p:spPr>
          <a:xfrm>
            <a:off x="4690872" y="2286000"/>
            <a:ext cx="274320" cy="274320"/>
          </a:xfrm>
          <a:prstGeom prst="rect">
            <a:avLst/>
          </a:prstGeom>
        </p:spPr>
      </p:pic>
      <p:sp>
        <p:nvSpPr>
          <p:cNvPr id="22" name="TextBox 21"/>
          <p:cNvSpPr txBox="1"/>
          <p:nvPr/>
        </p:nvSpPr>
        <p:spPr>
          <a:xfrm>
            <a:off x="5239512" y="2103120"/>
            <a:ext cx="2487168" cy="365760"/>
          </a:xfrm>
          <a:prstGeom prst="rect">
            <a:avLst/>
          </a:prstGeom>
          <a:noFill/>
        </p:spPr>
        <p:txBody>
          <a:bodyPr wrap="square" lIns="0" rIns="0" tIns="0" bIns="0" anchor="t">
            <a:spAutoFit/>
          </a:bodyPr>
          <a:lstStyle/>
          <a:p>
            <a:pPr algn="l"/>
            <a:r>
              <a:rPr sz="1800" b="1" i="0">
                <a:solidFill>
                  <a:schemeClr val="tx1"/>
                </a:solidFill>
              </a:rPr>
              <a:t>Writing assistance</a:t>
            </a:r>
          </a:p>
        </p:txBody>
      </p:sp>
      <p:sp>
        <p:nvSpPr>
          <p:cNvPr id="23" name="TextBox 22"/>
          <p:cNvSpPr txBox="1"/>
          <p:nvPr/>
        </p:nvSpPr>
        <p:spPr>
          <a:xfrm>
            <a:off x="5239512" y="2450592"/>
            <a:ext cx="2487168" cy="320040"/>
          </a:xfrm>
          <a:prstGeom prst="rect">
            <a:avLst/>
          </a:prstGeom>
          <a:noFill/>
        </p:spPr>
        <p:txBody>
          <a:bodyPr wrap="square" lIns="0" rIns="0" tIns="0" bIns="0" anchor="t">
            <a:spAutoFit/>
          </a:bodyPr>
          <a:lstStyle/>
          <a:p>
            <a:pPr algn="l"/>
            <a:r>
              <a:rPr sz="1300" b="1" i="0">
                <a:solidFill>
                  <a:schemeClr val="tx2"/>
                </a:solidFill>
              </a:rPr>
              <a:t>Acknowledgments or as the venue requires</a:t>
            </a:r>
          </a:p>
        </p:txBody>
      </p:sp>
      <p:sp>
        <p:nvSpPr>
          <p:cNvPr id="24" name="TextBox 23"/>
          <p:cNvSpPr txBox="1"/>
          <p:nvPr/>
        </p:nvSpPr>
        <p:spPr>
          <a:xfrm>
            <a:off x="4553712" y="2926080"/>
            <a:ext cx="3081528" cy="2743200"/>
          </a:xfrm>
          <a:prstGeom prst="rect">
            <a:avLst/>
          </a:prstGeom>
          <a:noFill/>
        </p:spPr>
        <p:txBody>
          <a:bodyPr wrap="square" lIns="0" rIns="0" tIns="0" bIns="0" anchor="t">
            <a:spAutoFit/>
          </a:bodyPr>
          <a:lstStyle/>
          <a:p>
            <a:pPr algn="l"/>
            <a:r>
              <a:rPr sz="1400" b="0" i="1">
                <a:solidFill>
                  <a:schemeClr val="tx1"/>
                </a:solidFill>
              </a:rPr>
              <a:t>“[Tool] was used to [edit for clarity / draft an initial version of section X]. The author revised the text and takes full responsibility for its content.”</a:t>
            </a:r>
          </a:p>
        </p:txBody>
      </p:sp>
      <p:sp>
        <p:nvSpPr>
          <p:cNvPr id="25" name="Rounded Rectangle 24"/>
          <p:cNvSpPr/>
          <p:nvPr/>
        </p:nvSpPr>
        <p:spPr>
          <a:xfrm>
            <a:off x="8138160" y="1920240"/>
            <a:ext cx="3538728" cy="384048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con_FaSitemap_circle"/>
          <p:cNvSpPr/>
          <p:nvPr/>
        </p:nvSpPr>
        <p:spPr>
          <a:xfrm>
            <a:off x="8366760" y="2148840"/>
            <a:ext cx="548640" cy="54864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aSitemap_white.png"/>
          <p:cNvPicPr>
            <a:picLocks noChangeAspect="1"/>
          </p:cNvPicPr>
          <p:nvPr/>
        </p:nvPicPr>
        <p:blipFill>
          <a:blip r:embed="rId5"/>
          <a:stretch>
            <a:fillRect/>
          </a:stretch>
        </p:blipFill>
        <p:spPr>
          <a:xfrm>
            <a:off x="8503920" y="2286000"/>
            <a:ext cx="274320" cy="274320"/>
          </a:xfrm>
          <a:prstGeom prst="rect">
            <a:avLst/>
          </a:prstGeom>
        </p:spPr>
      </p:pic>
      <p:sp>
        <p:nvSpPr>
          <p:cNvPr id="28" name="TextBox 27"/>
          <p:cNvSpPr txBox="1"/>
          <p:nvPr/>
        </p:nvSpPr>
        <p:spPr>
          <a:xfrm>
            <a:off x="9052560" y="2103120"/>
            <a:ext cx="2487168" cy="365760"/>
          </a:xfrm>
          <a:prstGeom prst="rect">
            <a:avLst/>
          </a:prstGeom>
          <a:noFill/>
        </p:spPr>
        <p:txBody>
          <a:bodyPr wrap="square" lIns="0" rIns="0" tIns="0" bIns="0" anchor="t">
            <a:spAutoFit/>
          </a:bodyPr>
          <a:lstStyle/>
          <a:p>
            <a:pPr algn="l"/>
            <a:r>
              <a:rPr sz="1800" b="1" i="0">
                <a:solidFill>
                  <a:schemeClr val="tx1"/>
                </a:solidFill>
              </a:rPr>
              <a:t>Pipeline description</a:t>
            </a:r>
          </a:p>
        </p:txBody>
      </p:sp>
      <p:sp>
        <p:nvSpPr>
          <p:cNvPr id="29" name="TextBox 28"/>
          <p:cNvSpPr txBox="1"/>
          <p:nvPr/>
        </p:nvSpPr>
        <p:spPr>
          <a:xfrm>
            <a:off x="9052560" y="2450592"/>
            <a:ext cx="2487168" cy="320040"/>
          </a:xfrm>
          <a:prstGeom prst="rect">
            <a:avLst/>
          </a:prstGeom>
          <a:noFill/>
        </p:spPr>
        <p:txBody>
          <a:bodyPr wrap="square" lIns="0" rIns="0" tIns="0" bIns="0" anchor="t">
            <a:spAutoFit/>
          </a:bodyPr>
          <a:lstStyle/>
          <a:p>
            <a:pPr algn="l"/>
            <a:r>
              <a:rPr sz="1300" b="1" i="0">
                <a:solidFill>
                  <a:schemeClr val="tx2"/>
                </a:solidFill>
              </a:rPr>
              <a:t>Methods / replication note</a:t>
            </a:r>
          </a:p>
        </p:txBody>
      </p:sp>
      <p:sp>
        <p:nvSpPr>
          <p:cNvPr id="30" name="TextBox 29"/>
          <p:cNvSpPr txBox="1"/>
          <p:nvPr/>
        </p:nvSpPr>
        <p:spPr>
          <a:xfrm>
            <a:off x="8366760" y="2926080"/>
            <a:ext cx="3081528" cy="2743200"/>
          </a:xfrm>
          <a:prstGeom prst="rect">
            <a:avLst/>
          </a:prstGeom>
          <a:noFill/>
        </p:spPr>
        <p:txBody>
          <a:bodyPr wrap="square" lIns="0" rIns="0" tIns="0" bIns="0" anchor="t">
            <a:spAutoFit/>
          </a:bodyPr>
          <a:lstStyle/>
          <a:p>
            <a:pPr algn="l"/>
            <a:r>
              <a:rPr sz="1400" b="0" i="1">
                <a:solidFill>
                  <a:schemeClr val="tx1"/>
                </a:solidFill>
              </a:rPr>
              <a:t>“Analysis followed a scripted pipeline (import → cleaning → descriptives → models); all scripts, logs, and outputs are in the replication package. An AI coding agent drafted scripts under written project rules; the author approved each step and made all design decisions.”</a:t>
            </a:r>
          </a:p>
        </p:txBody>
      </p:sp>
      <p:sp>
        <p:nvSpPr>
          <p:cNvPr id="31" name="source"/>
          <p:cNvSpPr txBox="1"/>
          <p:nvPr/>
        </p:nvSpPr>
        <p:spPr>
          <a:xfrm>
            <a:off x="512064" y="5833872"/>
            <a:ext cx="11164824" cy="274320"/>
          </a:xfrm>
          <a:prstGeom prst="rect">
            <a:avLst/>
          </a:prstGeom>
          <a:noFill/>
        </p:spPr>
        <p:txBody>
          <a:bodyPr wrap="square" lIns="0" rIns="0" tIns="0" bIns="0" anchor="b">
            <a:spAutoFit/>
          </a:bodyPr>
          <a:lstStyle/>
          <a:p>
            <a:pPr algn="l"/>
            <a:r>
              <a:rPr sz="1100" b="0" i="1">
                <a:solidFill>
                  <a:srgbClr val="5F5F5F"/>
                </a:solidFill>
              </a:rPr>
              <a:t>Templates, not legal language. Adapt to the venue.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Is this a contribution statement?</a:t>
            </a:r>
          </a:p>
        </p:txBody>
      </p:sp>
      <p:sp>
        <p:nvSpPr>
          <p:cNvPr id="3" name="Text Placeholder 2"/>
          <p:cNvSpPr>
            <a:spLocks noGrp="1"/>
          </p:cNvSpPr>
          <p:nvPr>
            <p:ph type="body" idx="12" sz="quarter"/>
          </p:nvPr>
        </p:nvSpPr>
        <p:spPr/>
        <p:txBody>
          <a:bodyPr/>
          <a:lstStyle/>
          <a:p>
            <a:r>
              <a:t>The AI-use disclosure Claude drafted in Part 3, step 05</a:t>
            </a:r>
          </a:p>
        </p:txBody>
      </p:sp>
      <p:sp>
        <p:nvSpPr>
          <p:cNvPr id="4" name="Text Placeholder 3"/>
          <p:cNvSpPr>
            <a:spLocks noGrp="1"/>
          </p:cNvSpPr>
          <p:nvPr>
            <p:ph type="body" idx="14" sz="quarter"/>
          </p:nvPr>
        </p:nvSpPr>
        <p:spPr/>
        <p:txBody>
          <a:bodyPr/>
          <a:lstStyle/>
          <a:p>
            <a:r>
              <a:t>D · Making responsibility explicit</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paste_disclosure_here"/>
          <p:cNvSpPr/>
          <p:nvPr/>
        </p:nvSpPr>
        <p:spPr>
          <a:xfrm>
            <a:off x="512064" y="1920240"/>
            <a:ext cx="7315200" cy="3794760"/>
          </a:xfrm>
          <a:prstGeom prst="roundRect">
            <a:avLst>
              <a:gd name="adj" fmla="val 8000"/>
            </a:avLst>
          </a:prstGeom>
          <a:solidFill>
            <a:schemeClr val="bg1"/>
          </a:solidFill>
          <a:ln w="19050">
            <a:solidFill>
              <a:schemeClr val="tx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77824" y="1920240"/>
            <a:ext cx="6583680" cy="3794760"/>
          </a:xfrm>
          <a:prstGeom prst="rect">
            <a:avLst/>
          </a:prstGeom>
          <a:noFill/>
        </p:spPr>
        <p:txBody>
          <a:bodyPr wrap="square" lIns="0" rIns="0" tIns="0" bIns="0" anchor="ctr">
            <a:spAutoFit/>
          </a:bodyPr>
          <a:lstStyle/>
          <a:p>
            <a:pPr algn="l">
              <a:spcAft>
                <a:spcPts val="1000"/>
              </a:spcAft>
            </a:pPr>
            <a:r>
              <a:rPr sz="1700" b="1" i="0">
                <a:solidFill>
                  <a:schemeClr val="tx2"/>
                </a:solidFill>
              </a:rPr>
              <a:t>[Paste the “AI-use disclosure (draft)” section from Part 3's writing/manuscript_brief.md here. Copy it during step 05 (about 11:02–11:04); paste as Part 4 opens.]</a:t>
            </a:r>
          </a:p>
          <a:p>
            <a:pPr algn="l">
              <a:spcAft>
                <a:spcPts val="1000"/>
              </a:spcAft>
            </a:pPr>
            <a:r>
              <a:rPr sz="1700" b="0" i="1">
                <a:solidFill>
                  <a:srgbClr val="5F5F5F"/>
                </a:solidFill>
              </a:rPr>
              <a:t>No disclosure from the live run? Use the analysis-assistance statement on Slide 5.</a:t>
            </a:r>
          </a:p>
        </p:txBody>
      </p:sp>
      <p:sp>
        <p:nvSpPr>
          <p:cNvPr id="15" name="Rounded Rectangle 14"/>
          <p:cNvSpPr/>
          <p:nvPr/>
        </p:nvSpPr>
        <p:spPr>
          <a:xfrm>
            <a:off x="8138160" y="1920240"/>
            <a:ext cx="3538727" cy="379476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con_FaQuestion_circle"/>
          <p:cNvSpPr/>
          <p:nvPr/>
        </p:nvSpPr>
        <p:spPr>
          <a:xfrm>
            <a:off x="8412480" y="2194560"/>
            <a:ext cx="594360" cy="59436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Question_red.png"/>
          <p:cNvPicPr>
            <a:picLocks noChangeAspect="1"/>
          </p:cNvPicPr>
          <p:nvPr/>
        </p:nvPicPr>
        <p:blipFill>
          <a:blip r:embed="rId3"/>
          <a:stretch>
            <a:fillRect/>
          </a:stretch>
        </p:blipFill>
        <p:spPr>
          <a:xfrm>
            <a:off x="8561070" y="2343150"/>
            <a:ext cx="297180" cy="297180"/>
          </a:xfrm>
          <a:prstGeom prst="rect">
            <a:avLst/>
          </a:prstGeom>
        </p:spPr>
      </p:pic>
      <p:sp>
        <p:nvSpPr>
          <p:cNvPr id="18" name="TextBox 17"/>
          <p:cNvSpPr txBox="1"/>
          <p:nvPr/>
        </p:nvSpPr>
        <p:spPr>
          <a:xfrm>
            <a:off x="8412480" y="2971800"/>
            <a:ext cx="2990087" cy="2651760"/>
          </a:xfrm>
          <a:prstGeom prst="rect">
            <a:avLst/>
          </a:prstGeom>
          <a:noFill/>
        </p:spPr>
        <p:txBody>
          <a:bodyPr wrap="square" lIns="0" rIns="0" tIns="0" bIns="0" anchor="t">
            <a:spAutoFit/>
          </a:bodyPr>
          <a:lstStyle/>
          <a:p>
            <a:pPr algn="l">
              <a:spcAft>
                <a:spcPts val="1200"/>
              </a:spcAft>
            </a:pPr>
            <a:r>
              <a:rPr sz="1800" b="0" i="0">
                <a:solidFill>
                  <a:schemeClr val="bg1"/>
                </a:solidFill>
              </a:rPr>
              <a:t>Does it say plainly what </a:t>
            </a:r>
            <a:r>
              <a:rPr sz="1800" b="1" i="0">
                <a:solidFill>
                  <a:schemeClr val="bg1"/>
                </a:solidFill>
              </a:rPr>
              <a:t>the author</a:t>
            </a:r>
            <a:r>
              <a:rPr sz="1800" b="0" i="0">
                <a:solidFill>
                  <a:schemeClr val="bg1"/>
                </a:solidFill>
              </a:rPr>
              <a:t> did and what </a:t>
            </a:r>
            <a:r>
              <a:rPr sz="1800" b="1" i="0">
                <a:solidFill>
                  <a:schemeClr val="bg1"/>
                </a:solidFill>
              </a:rPr>
              <a:t>the machine</a:t>
            </a:r>
            <a:r>
              <a:rPr sz="1800" b="0" i="0">
                <a:solidFill>
                  <a:schemeClr val="bg1"/>
                </a:solidFill>
              </a:rPr>
              <a:t> did?</a:t>
            </a:r>
          </a:p>
          <a:p>
            <a:pPr algn="l">
              <a:spcAft>
                <a:spcPts val="1200"/>
              </a:spcAft>
            </a:pPr>
            <a:r>
              <a:rPr sz="1800" b="1" i="0">
                <a:solidFill>
                  <a:schemeClr val="bg1"/>
                </a:solidFill>
              </a:rPr>
              <a:t>Who answers for each claim?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pipeline that can be re-run can be defended</a:t>
            </a:r>
          </a:p>
        </p:txBody>
      </p:sp>
      <p:sp>
        <p:nvSpPr>
          <p:cNvPr id="3" name="Text Placeholder 2"/>
          <p:cNvSpPr>
            <a:spLocks noGrp="1"/>
          </p:cNvSpPr>
          <p:nvPr>
            <p:ph type="body" idx="12" sz="quarter"/>
          </p:nvPr>
        </p:nvSpPr>
        <p:spPr/>
        <p:txBody>
          <a:bodyPr/>
          <a:lstStyle/>
          <a:p>
            <a:r>
              <a:t>The structure from Parts 2–3 is an auditable trail</a:t>
            </a:r>
          </a:p>
        </p:txBody>
      </p:sp>
      <p:sp>
        <p:nvSpPr>
          <p:cNvPr id="4" name="Text Placeholder 3"/>
          <p:cNvSpPr>
            <a:spLocks noGrp="1"/>
          </p:cNvSpPr>
          <p:nvPr>
            <p:ph type="body" idx="14" sz="quarter"/>
          </p:nvPr>
        </p:nvSpPr>
        <p:spPr/>
        <p:txBody>
          <a:bodyPr/>
          <a:lstStyle/>
          <a:p>
            <a:r>
              <a:t>E · Pre-flight</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4206240" cy="530352"/>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0664" y="1920240"/>
            <a:ext cx="3840480" cy="530352"/>
          </a:xfrm>
          <a:prstGeom prst="rect">
            <a:avLst/>
          </a:prstGeom>
          <a:noFill/>
        </p:spPr>
        <p:txBody>
          <a:bodyPr wrap="square" lIns="0" rIns="0" tIns="0" bIns="0" anchor="ctr">
            <a:spAutoFit/>
          </a:bodyPr>
          <a:lstStyle/>
          <a:p>
            <a:pPr algn="l"/>
            <a:r>
              <a:rPr sz="1500" b="1" i="0">
                <a:solidFill>
                  <a:schemeClr val="tx1"/>
                </a:solidFill>
              </a:rPr>
              <a:t>Folder contract</a:t>
            </a:r>
          </a:p>
        </p:txBody>
      </p:sp>
      <p:cxnSp>
        <p:nvCxnSpPr>
          <p:cNvPr id="15" name="Connector 14"/>
          <p:cNvCxnSpPr/>
          <p:nvPr/>
        </p:nvCxnSpPr>
        <p:spPr>
          <a:xfrm>
            <a:off x="2615184" y="2450592"/>
            <a:ext cx="0" cy="128016"/>
          </a:xfrm>
          <a:prstGeom prst="line">
            <a:avLst/>
          </a:prstGeom>
          <a:ln w="2540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12064" y="2578608"/>
            <a:ext cx="4206240" cy="530352"/>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0664" y="2578608"/>
            <a:ext cx="3840480" cy="530352"/>
          </a:xfrm>
          <a:prstGeom prst="rect">
            <a:avLst/>
          </a:prstGeom>
          <a:noFill/>
        </p:spPr>
        <p:txBody>
          <a:bodyPr wrap="square" lIns="0" rIns="0" tIns="0" bIns="0" anchor="ctr">
            <a:spAutoFit/>
          </a:bodyPr>
          <a:lstStyle/>
          <a:p>
            <a:pPr algn="l"/>
            <a:r>
              <a:rPr sz="1500" b="1" i="0">
                <a:solidFill>
                  <a:schemeClr val="tx1"/>
                </a:solidFill>
              </a:rPr>
              <a:t>4-digit scripts</a:t>
            </a:r>
          </a:p>
        </p:txBody>
      </p:sp>
      <p:cxnSp>
        <p:nvCxnSpPr>
          <p:cNvPr id="18" name="Connector 17"/>
          <p:cNvCxnSpPr/>
          <p:nvPr/>
        </p:nvCxnSpPr>
        <p:spPr>
          <a:xfrm>
            <a:off x="2615184" y="3108960"/>
            <a:ext cx="0" cy="128016"/>
          </a:xfrm>
          <a:prstGeom prst="line">
            <a:avLst/>
          </a:prstGeom>
          <a:ln w="2540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12064" y="3236976"/>
            <a:ext cx="4206240" cy="530352"/>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40664" y="3236976"/>
            <a:ext cx="3840480" cy="530352"/>
          </a:xfrm>
          <a:prstGeom prst="rect">
            <a:avLst/>
          </a:prstGeom>
          <a:noFill/>
        </p:spPr>
        <p:txBody>
          <a:bodyPr wrap="square" lIns="0" rIns="0" tIns="0" bIns="0" anchor="ctr">
            <a:spAutoFit/>
          </a:bodyPr>
          <a:lstStyle/>
          <a:p>
            <a:pPr algn="l"/>
            <a:r>
              <a:rPr sz="1500" b="1" i="0">
                <a:solidFill>
                  <a:schemeClr val="tx1"/>
                </a:solidFill>
              </a:rPr>
              <a:t>CLAUDE.md</a:t>
            </a:r>
          </a:p>
        </p:txBody>
      </p:sp>
      <p:cxnSp>
        <p:nvCxnSpPr>
          <p:cNvPr id="21" name="Connector 20"/>
          <p:cNvCxnSpPr/>
          <p:nvPr/>
        </p:nvCxnSpPr>
        <p:spPr>
          <a:xfrm>
            <a:off x="2615184" y="3767328"/>
            <a:ext cx="0" cy="128016"/>
          </a:xfrm>
          <a:prstGeom prst="line">
            <a:avLst/>
          </a:prstGeom>
          <a:ln w="2540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12064" y="3895344"/>
            <a:ext cx="4206240" cy="530352"/>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0664" y="3895344"/>
            <a:ext cx="3840480" cy="530352"/>
          </a:xfrm>
          <a:prstGeom prst="rect">
            <a:avLst/>
          </a:prstGeom>
          <a:noFill/>
        </p:spPr>
        <p:txBody>
          <a:bodyPr wrap="square" lIns="0" rIns="0" tIns="0" bIns="0" anchor="ctr">
            <a:spAutoFit/>
          </a:bodyPr>
          <a:lstStyle/>
          <a:p>
            <a:pPr algn="l"/>
            <a:r>
              <a:rPr sz="1500" b="1" i="0">
                <a:solidFill>
                  <a:schemeClr val="tx1"/>
                </a:solidFill>
              </a:rPr>
              <a:t>Cleaning log</a:t>
            </a:r>
          </a:p>
        </p:txBody>
      </p:sp>
      <p:cxnSp>
        <p:nvCxnSpPr>
          <p:cNvPr id="24" name="Connector 23"/>
          <p:cNvCxnSpPr/>
          <p:nvPr/>
        </p:nvCxnSpPr>
        <p:spPr>
          <a:xfrm>
            <a:off x="2615184" y="4425696"/>
            <a:ext cx="0" cy="128016"/>
          </a:xfrm>
          <a:prstGeom prst="line">
            <a:avLst/>
          </a:prstGeom>
          <a:ln w="2540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12064" y="4553712"/>
            <a:ext cx="4206240" cy="530352"/>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0664" y="4553712"/>
            <a:ext cx="3840480" cy="530352"/>
          </a:xfrm>
          <a:prstGeom prst="rect">
            <a:avLst/>
          </a:prstGeom>
          <a:noFill/>
        </p:spPr>
        <p:txBody>
          <a:bodyPr wrap="square" lIns="0" rIns="0" tIns="0" bIns="0" anchor="ctr">
            <a:spAutoFit/>
          </a:bodyPr>
          <a:lstStyle/>
          <a:p>
            <a:pPr algn="l"/>
            <a:r>
              <a:rPr sz="1500" b="1" i="0">
                <a:solidFill>
                  <a:schemeClr val="tx1"/>
                </a:solidFill>
                <a:latin typeface="Courier New"/>
              </a:rPr>
              <a:t>&lt;!-- source --&gt; on every number</a:t>
            </a:r>
          </a:p>
        </p:txBody>
      </p:sp>
      <p:sp>
        <p:nvSpPr>
          <p:cNvPr id="27" name="TextBox 26"/>
          <p:cNvSpPr txBox="1"/>
          <p:nvPr/>
        </p:nvSpPr>
        <p:spPr>
          <a:xfrm>
            <a:off x="512064" y="5257800"/>
            <a:ext cx="4206240" cy="457200"/>
          </a:xfrm>
          <a:prstGeom prst="rect">
            <a:avLst/>
          </a:prstGeom>
          <a:noFill/>
        </p:spPr>
        <p:txBody>
          <a:bodyPr wrap="square" lIns="0" rIns="0" tIns="0" bIns="0" anchor="t">
            <a:spAutoFit/>
          </a:bodyPr>
          <a:lstStyle/>
          <a:p>
            <a:pPr algn="l"/>
            <a:r>
              <a:rPr sz="1500" b="1" i="1">
                <a:solidFill>
                  <a:schemeClr val="tx2"/>
                </a:solidFill>
              </a:rPr>
              <a:t>→ what the machine did, and what you decided</a:t>
            </a:r>
          </a:p>
        </p:txBody>
      </p:sp>
      <p:sp>
        <p:nvSpPr>
          <p:cNvPr id="28" name="Rounded Rectangle 27"/>
          <p:cNvSpPr/>
          <p:nvPr/>
        </p:nvSpPr>
        <p:spPr>
          <a:xfrm>
            <a:off x="5074920" y="1920240"/>
            <a:ext cx="6601968" cy="379476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icon_FaClipboardCheck_circle"/>
          <p:cNvSpPr/>
          <p:nvPr/>
        </p:nvSpPr>
        <p:spPr>
          <a:xfrm>
            <a:off x="5349240" y="2148840"/>
            <a:ext cx="548640" cy="54864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FaClipboardCheck_red.png"/>
          <p:cNvPicPr>
            <a:picLocks noChangeAspect="1"/>
          </p:cNvPicPr>
          <p:nvPr/>
        </p:nvPicPr>
        <p:blipFill>
          <a:blip r:embed="rId3"/>
          <a:stretch>
            <a:fillRect/>
          </a:stretch>
        </p:blipFill>
        <p:spPr>
          <a:xfrm>
            <a:off x="5486400" y="2286000"/>
            <a:ext cx="274320" cy="274320"/>
          </a:xfrm>
          <a:prstGeom prst="rect">
            <a:avLst/>
          </a:prstGeom>
        </p:spPr>
      </p:pic>
      <p:sp>
        <p:nvSpPr>
          <p:cNvPr id="31" name="TextBox 30"/>
          <p:cNvSpPr txBox="1"/>
          <p:nvPr/>
        </p:nvSpPr>
        <p:spPr>
          <a:xfrm>
            <a:off x="6080760" y="2148840"/>
            <a:ext cx="5413248" cy="548640"/>
          </a:xfrm>
          <a:prstGeom prst="rect">
            <a:avLst/>
          </a:prstGeom>
          <a:noFill/>
        </p:spPr>
        <p:txBody>
          <a:bodyPr wrap="square" lIns="0" rIns="0" tIns="0" bIns="0" anchor="ctr">
            <a:spAutoFit/>
          </a:bodyPr>
          <a:lstStyle/>
          <a:p>
            <a:pPr algn="l"/>
            <a:r>
              <a:rPr sz="2000" b="1" i="0">
                <a:solidFill>
                  <a:schemeClr val="bg1"/>
                </a:solidFill>
              </a:rPr>
              <a:t>Pre-flight: five questions</a:t>
            </a:r>
          </a:p>
        </p:txBody>
      </p:sp>
      <p:sp>
        <p:nvSpPr>
          <p:cNvPr id="32" name="Oval 31"/>
          <p:cNvSpPr/>
          <p:nvPr/>
        </p:nvSpPr>
        <p:spPr>
          <a:xfrm>
            <a:off x="5349240" y="2916936"/>
            <a:ext cx="384048" cy="38404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349240" y="2916936"/>
            <a:ext cx="384048" cy="384048"/>
          </a:xfrm>
          <a:prstGeom prst="rect">
            <a:avLst/>
          </a:prstGeom>
          <a:noFill/>
        </p:spPr>
        <p:txBody>
          <a:bodyPr wrap="square" lIns="0" rIns="0" tIns="0" bIns="0" anchor="ctr">
            <a:spAutoFit/>
          </a:bodyPr>
          <a:lstStyle/>
          <a:p>
            <a:pPr algn="ctr"/>
            <a:r>
              <a:rPr sz="1400" b="1" i="0">
                <a:solidFill>
                  <a:schemeClr val="tx2"/>
                </a:solidFill>
              </a:rPr>
              <a:t>1</a:t>
            </a:r>
          </a:p>
        </p:txBody>
      </p:sp>
      <p:sp>
        <p:nvSpPr>
          <p:cNvPr id="34" name="TextBox 33"/>
          <p:cNvSpPr txBox="1"/>
          <p:nvPr/>
        </p:nvSpPr>
        <p:spPr>
          <a:xfrm>
            <a:off x="5897880" y="2880360"/>
            <a:ext cx="5596127" cy="457200"/>
          </a:xfrm>
          <a:prstGeom prst="rect">
            <a:avLst/>
          </a:prstGeom>
          <a:noFill/>
        </p:spPr>
        <p:txBody>
          <a:bodyPr wrap="square" lIns="0" rIns="0" tIns="0" bIns="0" anchor="ctr">
            <a:spAutoFit/>
          </a:bodyPr>
          <a:lstStyle/>
          <a:p>
            <a:pPr algn="l"/>
            <a:r>
              <a:rPr sz="1600" b="0" i="0">
                <a:solidFill>
                  <a:schemeClr val="bg1"/>
                </a:solidFill>
              </a:rPr>
              <a:t>What tier is this data, and is this workspace approved for it?</a:t>
            </a:r>
          </a:p>
        </p:txBody>
      </p:sp>
      <p:sp>
        <p:nvSpPr>
          <p:cNvPr id="35" name="Oval 34"/>
          <p:cNvSpPr/>
          <p:nvPr/>
        </p:nvSpPr>
        <p:spPr>
          <a:xfrm>
            <a:off x="5349240" y="3465576"/>
            <a:ext cx="384048" cy="38404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349240" y="3465576"/>
            <a:ext cx="384048" cy="384048"/>
          </a:xfrm>
          <a:prstGeom prst="rect">
            <a:avLst/>
          </a:prstGeom>
          <a:noFill/>
        </p:spPr>
        <p:txBody>
          <a:bodyPr wrap="square" lIns="0" rIns="0" tIns="0" bIns="0" anchor="ctr">
            <a:spAutoFit/>
          </a:bodyPr>
          <a:lstStyle/>
          <a:p>
            <a:pPr algn="ctr"/>
            <a:r>
              <a:rPr sz="1400" b="1" i="0">
                <a:solidFill>
                  <a:schemeClr val="tx2"/>
                </a:solidFill>
              </a:rPr>
              <a:t>2</a:t>
            </a:r>
          </a:p>
        </p:txBody>
      </p:sp>
      <p:sp>
        <p:nvSpPr>
          <p:cNvPr id="37" name="TextBox 36"/>
          <p:cNvSpPr txBox="1"/>
          <p:nvPr/>
        </p:nvSpPr>
        <p:spPr>
          <a:xfrm>
            <a:off x="5897880" y="3429000"/>
            <a:ext cx="5596127" cy="457200"/>
          </a:xfrm>
          <a:prstGeom prst="rect">
            <a:avLst/>
          </a:prstGeom>
          <a:noFill/>
        </p:spPr>
        <p:txBody>
          <a:bodyPr wrap="square" lIns="0" rIns="0" tIns="0" bIns="0" anchor="ctr">
            <a:spAutoFit/>
          </a:bodyPr>
          <a:lstStyle/>
          <a:p>
            <a:pPr algn="l"/>
            <a:r>
              <a:rPr sz="1600" b="0" i="0">
                <a:solidFill>
                  <a:schemeClr val="bg1"/>
                </a:solidFill>
              </a:rPr>
              <a:t>Have I opened and verified every citation?</a:t>
            </a:r>
          </a:p>
        </p:txBody>
      </p:sp>
      <p:sp>
        <p:nvSpPr>
          <p:cNvPr id="38" name="Oval 37"/>
          <p:cNvSpPr/>
          <p:nvPr/>
        </p:nvSpPr>
        <p:spPr>
          <a:xfrm>
            <a:off x="5349240" y="4014216"/>
            <a:ext cx="384048" cy="38404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349240" y="4014216"/>
            <a:ext cx="384048" cy="384048"/>
          </a:xfrm>
          <a:prstGeom prst="rect">
            <a:avLst/>
          </a:prstGeom>
          <a:noFill/>
        </p:spPr>
        <p:txBody>
          <a:bodyPr wrap="square" lIns="0" rIns="0" tIns="0" bIns="0" anchor="ctr">
            <a:spAutoFit/>
          </a:bodyPr>
          <a:lstStyle/>
          <a:p>
            <a:pPr algn="ctr"/>
            <a:r>
              <a:rPr sz="1400" b="1" i="0">
                <a:solidFill>
                  <a:schemeClr val="tx2"/>
                </a:solidFill>
              </a:rPr>
              <a:t>3</a:t>
            </a:r>
          </a:p>
        </p:txBody>
      </p:sp>
      <p:sp>
        <p:nvSpPr>
          <p:cNvPr id="40" name="TextBox 39"/>
          <p:cNvSpPr txBox="1"/>
          <p:nvPr/>
        </p:nvSpPr>
        <p:spPr>
          <a:xfrm>
            <a:off x="5897880" y="3977640"/>
            <a:ext cx="5596127" cy="457200"/>
          </a:xfrm>
          <a:prstGeom prst="rect">
            <a:avLst/>
          </a:prstGeom>
          <a:noFill/>
        </p:spPr>
        <p:txBody>
          <a:bodyPr wrap="square" lIns="0" rIns="0" tIns="0" bIns="0" anchor="ctr">
            <a:spAutoFit/>
          </a:bodyPr>
          <a:lstStyle/>
          <a:p>
            <a:pPr algn="l"/>
            <a:r>
              <a:rPr sz="1600" b="0" i="0">
                <a:solidFill>
                  <a:schemeClr val="bg1"/>
                </a:solidFill>
              </a:rPr>
              <a:t>Can every number be re-run from a script?</a:t>
            </a:r>
          </a:p>
        </p:txBody>
      </p:sp>
      <p:sp>
        <p:nvSpPr>
          <p:cNvPr id="41" name="Oval 40"/>
          <p:cNvSpPr/>
          <p:nvPr/>
        </p:nvSpPr>
        <p:spPr>
          <a:xfrm>
            <a:off x="5349240" y="4562856"/>
            <a:ext cx="384048" cy="38404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349240" y="4562856"/>
            <a:ext cx="384048" cy="384048"/>
          </a:xfrm>
          <a:prstGeom prst="rect">
            <a:avLst/>
          </a:prstGeom>
          <a:noFill/>
        </p:spPr>
        <p:txBody>
          <a:bodyPr wrap="square" lIns="0" rIns="0" tIns="0" bIns="0" anchor="ctr">
            <a:spAutoFit/>
          </a:bodyPr>
          <a:lstStyle/>
          <a:p>
            <a:pPr algn="ctr"/>
            <a:r>
              <a:rPr sz="1400" b="1" i="0">
                <a:solidFill>
                  <a:schemeClr val="tx2"/>
                </a:solidFill>
              </a:rPr>
              <a:t>4</a:t>
            </a:r>
          </a:p>
        </p:txBody>
      </p:sp>
      <p:sp>
        <p:nvSpPr>
          <p:cNvPr id="43" name="TextBox 42"/>
          <p:cNvSpPr txBox="1"/>
          <p:nvPr/>
        </p:nvSpPr>
        <p:spPr>
          <a:xfrm>
            <a:off x="5897880" y="4526280"/>
            <a:ext cx="5596127" cy="457200"/>
          </a:xfrm>
          <a:prstGeom prst="rect">
            <a:avLst/>
          </a:prstGeom>
          <a:noFill/>
        </p:spPr>
        <p:txBody>
          <a:bodyPr wrap="square" lIns="0" rIns="0" tIns="0" bIns="0" anchor="ctr">
            <a:spAutoFit/>
          </a:bodyPr>
          <a:lstStyle/>
          <a:p>
            <a:pPr algn="l"/>
            <a:r>
              <a:rPr sz="1600" b="1" i="0">
                <a:solidFill>
                  <a:schemeClr val="bg1"/>
                </a:solidFill>
              </a:rPr>
              <a:t>Can I explain and defend each research decision myself?</a:t>
            </a:r>
          </a:p>
        </p:txBody>
      </p:sp>
      <p:sp>
        <p:nvSpPr>
          <p:cNvPr id="44" name="Oval 43"/>
          <p:cNvSpPr/>
          <p:nvPr/>
        </p:nvSpPr>
        <p:spPr>
          <a:xfrm>
            <a:off x="5349240" y="5111496"/>
            <a:ext cx="384048" cy="38404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5349240" y="5111496"/>
            <a:ext cx="384048" cy="384048"/>
          </a:xfrm>
          <a:prstGeom prst="rect">
            <a:avLst/>
          </a:prstGeom>
          <a:noFill/>
        </p:spPr>
        <p:txBody>
          <a:bodyPr wrap="square" lIns="0" rIns="0" tIns="0" bIns="0" anchor="ctr">
            <a:spAutoFit/>
          </a:bodyPr>
          <a:lstStyle/>
          <a:p>
            <a:pPr algn="ctr"/>
            <a:r>
              <a:rPr sz="1400" b="1" i="0">
                <a:solidFill>
                  <a:schemeClr val="tx2"/>
                </a:solidFill>
              </a:rPr>
              <a:t>5</a:t>
            </a:r>
          </a:p>
        </p:txBody>
      </p:sp>
      <p:sp>
        <p:nvSpPr>
          <p:cNvPr id="46" name="TextBox 45"/>
          <p:cNvSpPr txBox="1"/>
          <p:nvPr/>
        </p:nvSpPr>
        <p:spPr>
          <a:xfrm>
            <a:off x="5897880" y="5074920"/>
            <a:ext cx="5596127" cy="457200"/>
          </a:xfrm>
          <a:prstGeom prst="rect">
            <a:avLst/>
          </a:prstGeom>
          <a:noFill/>
        </p:spPr>
        <p:txBody>
          <a:bodyPr wrap="square" lIns="0" rIns="0" tIns="0" bIns="0" anchor="ctr">
            <a:spAutoFit/>
          </a:bodyPr>
          <a:lstStyle/>
          <a:p>
            <a:pPr algn="l"/>
            <a:r>
              <a:rPr sz="1600" b="0" i="0">
                <a:solidFill>
                  <a:schemeClr val="bg1"/>
                </a:solidFill>
              </a:rPr>
              <a:t>What will I disclose, and where?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t>F · The argument (if time allows)</a:t>
            </a:r>
          </a:p>
        </p:txBody>
      </p:sp>
      <p:sp>
        <p:nvSpPr>
          <p:cNvPr id="3" name="Text Placeholder 2"/>
          <p:cNvSpPr>
            <a:spLocks noGrp="1"/>
          </p:cNvSpPr>
          <p:nvPr>
            <p:ph type="body" idx="13" sz="quarter"/>
          </p:nvPr>
        </p:nvSpPr>
        <p:spPr/>
        <p:txBody>
          <a:bodyPr/>
          <a:lstStyle/>
          <a:p>
            <a:r>
              <a:t>“…this time, in the shape of a Möbius strip. Inverted, please.”</a:t>
            </a:r>
          </a:p>
        </p:txBody>
      </p:sp>
      <p:sp>
        <p:nvSpPr>
          <p:cNvPr id="4" name="icon_FaUserTie_circle"/>
          <p:cNvSpPr/>
          <p:nvPr/>
        </p:nvSpPr>
        <p:spPr>
          <a:xfrm>
            <a:off x="6172200" y="914400"/>
            <a:ext cx="685800" cy="6858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FaUserTie_red.png"/>
          <p:cNvPicPr>
            <a:picLocks noChangeAspect="1"/>
          </p:cNvPicPr>
          <p:nvPr/>
        </p:nvPicPr>
        <p:blipFill>
          <a:blip r:embed="rId3"/>
          <a:stretch>
            <a:fillRect/>
          </a:stretch>
        </p:blipFill>
        <p:spPr>
          <a:xfrm>
            <a:off x="6343650" y="1085850"/>
            <a:ext cx="342900" cy="342900"/>
          </a:xfrm>
          <a:prstGeom prst="rect">
            <a:avLst/>
          </a:prstGeom>
        </p:spPr>
      </p:pic>
      <p:sp>
        <p:nvSpPr>
          <p:cNvPr id="6" name="TextBox 5"/>
          <p:cNvSpPr txBox="1"/>
          <p:nvPr/>
        </p:nvSpPr>
        <p:spPr>
          <a:xfrm>
            <a:off x="6172200" y="1920240"/>
            <a:ext cx="5486400" cy="914400"/>
          </a:xfrm>
          <a:prstGeom prst="rect">
            <a:avLst/>
          </a:prstGeom>
          <a:noFill/>
        </p:spPr>
        <p:txBody>
          <a:bodyPr wrap="square" lIns="0" rIns="0" tIns="0" bIns="0" anchor="t">
            <a:spAutoFit/>
          </a:bodyPr>
          <a:lstStyle/>
          <a:p>
            <a:pPr algn="l"/>
            <a:r>
              <a:rPr sz="2600" b="1" i="0">
                <a:solidFill>
                  <a:schemeClr val="bg1"/>
                </a:solidFill>
              </a:rPr>
              <a:t>The machine ran the simulation.</a:t>
            </a:r>
          </a:p>
        </p:txBody>
      </p:sp>
      <p:sp>
        <p:nvSpPr>
          <p:cNvPr id="7" name="TextBox 6"/>
          <p:cNvSpPr txBox="1"/>
          <p:nvPr/>
        </p:nvSpPr>
        <p:spPr>
          <a:xfrm>
            <a:off x="6172200" y="2880360"/>
            <a:ext cx="5486400" cy="1463040"/>
          </a:xfrm>
          <a:prstGeom prst="rect">
            <a:avLst/>
          </a:prstGeom>
          <a:noFill/>
        </p:spPr>
        <p:txBody>
          <a:bodyPr wrap="square" lIns="0" rIns="0" tIns="0" bIns="0" anchor="t">
            <a:spAutoFit/>
          </a:bodyPr>
          <a:lstStyle/>
          <a:p>
            <a:pPr algn="l"/>
            <a:r>
              <a:rPr sz="2600" b="1" i="0">
                <a:solidFill>
                  <a:schemeClr val="bg1"/>
                </a:solidFill>
              </a:rPr>
              <a:t>Stark thought of the shape, and Stark paid for the answer.</a:t>
            </a:r>
          </a:p>
        </p:txBody>
      </p:sp>
      <p:sp>
        <p:nvSpPr>
          <p:cNvPr id="8" name="TextBox 7"/>
          <p:cNvSpPr txBox="1"/>
          <p:nvPr/>
        </p:nvSpPr>
        <p:spPr>
          <a:xfrm>
            <a:off x="6172200" y="4846320"/>
            <a:ext cx="5486400" cy="731520"/>
          </a:xfrm>
          <a:prstGeom prst="rect">
            <a:avLst/>
          </a:prstGeom>
          <a:noFill/>
        </p:spPr>
        <p:txBody>
          <a:bodyPr wrap="square" lIns="0" rIns="0" tIns="0" bIns="0" anchor="t">
            <a:spAutoFit/>
          </a:bodyPr>
          <a:lstStyle/>
          <a:p>
            <a:pPr algn="l"/>
            <a:r>
              <a:rPr sz="1400" b="0" i="1">
                <a:solidFill>
                  <a:schemeClr val="bg1"/>
                </a:solidFill>
              </a:rPr>
              <a:t>Avengers: Endgame, as read in Chun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different things</a:t>
            </a:r>
          </a:p>
        </p:txBody>
      </p:sp>
      <p:sp>
        <p:nvSpPr>
          <p:cNvPr id="3" name="Text Placeholder 2"/>
          <p:cNvSpPr>
            <a:spLocks noGrp="1"/>
          </p:cNvSpPr>
          <p:nvPr>
            <p:ph type="body" idx="12" sz="quarter"/>
          </p:nvPr>
        </p:nvSpPr>
        <p:spPr/>
        <p:txBody>
          <a:bodyPr/>
          <a:lstStyle/>
          <a:p>
            <a:r>
              <a:t>Universities have spent years confusing them</a:t>
            </a:r>
          </a:p>
        </p:txBody>
      </p:sp>
      <p:sp>
        <p:nvSpPr>
          <p:cNvPr id="4" name="Text Placeholder 3"/>
          <p:cNvSpPr>
            <a:spLocks noGrp="1"/>
          </p:cNvSpPr>
          <p:nvPr>
            <p:ph type="body" idx="14" sz="quarter"/>
          </p:nvPr>
        </p:nvSpPr>
        <p:spPr/>
        <p:txBody>
          <a:bodyPr/>
          <a:lstStyle/>
          <a:p>
            <a:r>
              <a:t>F · The argument (if time allows)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5445252" cy="233172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_FaBrain_circle"/>
          <p:cNvSpPr/>
          <p:nvPr/>
        </p:nvSpPr>
        <p:spPr>
          <a:xfrm>
            <a:off x="877824" y="2286000"/>
            <a:ext cx="777240" cy="77724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Brain_white.png"/>
          <p:cNvPicPr>
            <a:picLocks noChangeAspect="1"/>
          </p:cNvPicPr>
          <p:nvPr/>
        </p:nvPicPr>
        <p:blipFill>
          <a:blip r:embed="rId3"/>
          <a:stretch>
            <a:fillRect/>
          </a:stretch>
        </p:blipFill>
        <p:spPr>
          <a:xfrm>
            <a:off x="1072134" y="2480310"/>
            <a:ext cx="388620" cy="388620"/>
          </a:xfrm>
          <a:prstGeom prst="rect">
            <a:avLst/>
          </a:prstGeom>
        </p:spPr>
      </p:pic>
      <p:sp>
        <p:nvSpPr>
          <p:cNvPr id="16" name="TextBox 15"/>
          <p:cNvSpPr txBox="1"/>
          <p:nvPr/>
        </p:nvSpPr>
        <p:spPr>
          <a:xfrm>
            <a:off x="1883664" y="2286000"/>
            <a:ext cx="3840480" cy="777240"/>
          </a:xfrm>
          <a:prstGeom prst="rect">
            <a:avLst/>
          </a:prstGeom>
          <a:noFill/>
        </p:spPr>
        <p:txBody>
          <a:bodyPr wrap="square" lIns="0" rIns="0" tIns="0" bIns="0" anchor="ctr">
            <a:spAutoFit/>
          </a:bodyPr>
          <a:lstStyle/>
          <a:p>
            <a:pPr algn="l"/>
            <a:r>
              <a:rPr sz="3000" b="1" i="0">
                <a:solidFill>
                  <a:schemeClr val="tx1"/>
                </a:solidFill>
              </a:rPr>
              <a:t>Understanding</a:t>
            </a:r>
          </a:p>
        </p:txBody>
      </p:sp>
      <p:sp>
        <p:nvSpPr>
          <p:cNvPr id="17" name="TextBox 16"/>
          <p:cNvSpPr txBox="1"/>
          <p:nvPr/>
        </p:nvSpPr>
        <p:spPr>
          <a:xfrm>
            <a:off x="877824" y="3291840"/>
            <a:ext cx="4754880" cy="822960"/>
          </a:xfrm>
          <a:prstGeom prst="rect">
            <a:avLst/>
          </a:prstGeom>
          <a:noFill/>
        </p:spPr>
        <p:txBody>
          <a:bodyPr wrap="square" lIns="0" rIns="0" tIns="0" bIns="0" anchor="t">
            <a:spAutoFit/>
          </a:bodyPr>
          <a:lstStyle/>
          <a:p>
            <a:pPr algn="l"/>
            <a:r>
              <a:rPr sz="1900" b="0" i="0">
                <a:solidFill>
                  <a:schemeClr val="tx1"/>
                </a:solidFill>
              </a:rPr>
              <a:t>Whose grasp of the problem produced the result</a:t>
            </a:r>
          </a:p>
        </p:txBody>
      </p:sp>
      <p:sp>
        <p:nvSpPr>
          <p:cNvPr id="18" name="Rounded Rectangle 17"/>
          <p:cNvSpPr/>
          <p:nvPr/>
        </p:nvSpPr>
        <p:spPr>
          <a:xfrm>
            <a:off x="6231636" y="1920240"/>
            <a:ext cx="5445252" cy="233172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con_FaSignature_circle"/>
          <p:cNvSpPr/>
          <p:nvPr/>
        </p:nvSpPr>
        <p:spPr>
          <a:xfrm>
            <a:off x="6597396" y="2286000"/>
            <a:ext cx="777240" cy="77724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Signature_red.png"/>
          <p:cNvPicPr>
            <a:picLocks noChangeAspect="1"/>
          </p:cNvPicPr>
          <p:nvPr/>
        </p:nvPicPr>
        <p:blipFill>
          <a:blip r:embed="rId4"/>
          <a:stretch>
            <a:fillRect/>
          </a:stretch>
        </p:blipFill>
        <p:spPr>
          <a:xfrm>
            <a:off x="6791706" y="2480310"/>
            <a:ext cx="388620" cy="388620"/>
          </a:xfrm>
          <a:prstGeom prst="rect">
            <a:avLst/>
          </a:prstGeom>
        </p:spPr>
      </p:pic>
      <p:sp>
        <p:nvSpPr>
          <p:cNvPr id="21" name="TextBox 20"/>
          <p:cNvSpPr txBox="1"/>
          <p:nvPr/>
        </p:nvSpPr>
        <p:spPr>
          <a:xfrm>
            <a:off x="7603236" y="2286000"/>
            <a:ext cx="3840480" cy="777240"/>
          </a:xfrm>
          <a:prstGeom prst="rect">
            <a:avLst/>
          </a:prstGeom>
          <a:noFill/>
        </p:spPr>
        <p:txBody>
          <a:bodyPr wrap="square" lIns="0" rIns="0" tIns="0" bIns="0" anchor="ctr">
            <a:spAutoFit/>
          </a:bodyPr>
          <a:lstStyle/>
          <a:p>
            <a:pPr algn="l"/>
            <a:r>
              <a:rPr sz="3000" b="1" i="0">
                <a:solidFill>
                  <a:schemeClr val="bg1"/>
                </a:solidFill>
              </a:rPr>
              <a:t>Responsibility</a:t>
            </a:r>
          </a:p>
        </p:txBody>
      </p:sp>
      <p:sp>
        <p:nvSpPr>
          <p:cNvPr id="22" name="TextBox 21"/>
          <p:cNvSpPr txBox="1"/>
          <p:nvPr/>
        </p:nvSpPr>
        <p:spPr>
          <a:xfrm>
            <a:off x="6597396" y="3291840"/>
            <a:ext cx="4754880" cy="822960"/>
          </a:xfrm>
          <a:prstGeom prst="rect">
            <a:avLst/>
          </a:prstGeom>
          <a:noFill/>
        </p:spPr>
        <p:txBody>
          <a:bodyPr wrap="square" lIns="0" rIns="0" tIns="0" bIns="0" anchor="t">
            <a:spAutoFit/>
          </a:bodyPr>
          <a:lstStyle/>
          <a:p>
            <a:pPr algn="l"/>
            <a:r>
              <a:rPr sz="1900" b="0" i="0">
                <a:solidFill>
                  <a:schemeClr val="bg1"/>
                </a:solidFill>
              </a:rPr>
              <a:t>Who answers for the result</a:t>
            </a:r>
          </a:p>
        </p:txBody>
      </p:sp>
      <p:sp>
        <p:nvSpPr>
          <p:cNvPr id="23" name="Rounded Rectangle 22"/>
          <p:cNvSpPr/>
          <p:nvPr/>
        </p:nvSpPr>
        <p:spPr>
          <a:xfrm>
            <a:off x="512064" y="4526280"/>
            <a:ext cx="11164824" cy="118872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aQuoteLeft_white.png"/>
          <p:cNvPicPr>
            <a:picLocks noChangeAspect="1"/>
          </p:cNvPicPr>
          <p:nvPr/>
        </p:nvPicPr>
        <p:blipFill>
          <a:blip r:embed="rId5"/>
          <a:stretch>
            <a:fillRect/>
          </a:stretch>
        </p:blipFill>
        <p:spPr>
          <a:xfrm>
            <a:off x="832104" y="4846320"/>
            <a:ext cx="502920" cy="502920"/>
          </a:xfrm>
          <a:prstGeom prst="rect">
            <a:avLst/>
          </a:prstGeom>
        </p:spPr>
      </p:pic>
      <p:sp>
        <p:nvSpPr>
          <p:cNvPr id="25" name="TextBox 24"/>
          <p:cNvSpPr txBox="1"/>
          <p:nvPr/>
        </p:nvSpPr>
        <p:spPr>
          <a:xfrm>
            <a:off x="1563624" y="4526280"/>
            <a:ext cx="9793224" cy="1188720"/>
          </a:xfrm>
          <a:prstGeom prst="rect">
            <a:avLst/>
          </a:prstGeom>
          <a:noFill/>
        </p:spPr>
        <p:txBody>
          <a:bodyPr wrap="square" lIns="0" rIns="0" tIns="0" bIns="0" anchor="ctr">
            <a:spAutoFit/>
          </a:bodyPr>
          <a:lstStyle/>
          <a:p>
            <a:pPr algn="l"/>
            <a:r>
              <a:rPr sz="2000" b="1" i="1">
                <a:solidFill>
                  <a:schemeClr val="bg1"/>
                </a:solidFill>
              </a:rPr>
              <a:t>“We have built an elaborate apparatus for policing the first and almost nothing for demanding the second.”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proxy broke</a:t>
            </a:r>
          </a:p>
        </p:txBody>
      </p:sp>
      <p:sp>
        <p:nvSpPr>
          <p:cNvPr id="3" name="Text Placeholder 2"/>
          <p:cNvSpPr>
            <a:spLocks noGrp="1"/>
          </p:cNvSpPr>
          <p:nvPr>
            <p:ph type="body" idx="12" sz="quarter"/>
          </p:nvPr>
        </p:nvSpPr>
        <p:spPr/>
        <p:txBody>
          <a:bodyPr/>
          <a:lstStyle/>
          <a:p>
            <a:r>
              <a:t>Appointment, promotion, and tenure run on counts</a:t>
            </a:r>
          </a:p>
        </p:txBody>
      </p:sp>
      <p:sp>
        <p:nvSpPr>
          <p:cNvPr id="4" name="Text Placeholder 3"/>
          <p:cNvSpPr>
            <a:spLocks noGrp="1"/>
          </p:cNvSpPr>
          <p:nvPr>
            <p:ph type="body" idx="14" sz="quarter"/>
          </p:nvPr>
        </p:nvSpPr>
        <p:spPr/>
        <p:txBody>
          <a:bodyPr/>
          <a:lstStyle/>
          <a:p>
            <a:r>
              <a:t>F · The argument (if time allows)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3749039" cy="603504"/>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_FaChartColumn_circle"/>
          <p:cNvSpPr/>
          <p:nvPr/>
        </p:nvSpPr>
        <p:spPr>
          <a:xfrm>
            <a:off x="676656" y="2011680"/>
            <a:ext cx="420624" cy="42062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ChartColumn_white.png"/>
          <p:cNvPicPr>
            <a:picLocks noChangeAspect="1"/>
          </p:cNvPicPr>
          <p:nvPr/>
        </p:nvPicPr>
        <p:blipFill>
          <a:blip r:embed="rId3"/>
          <a:stretch>
            <a:fillRect/>
          </a:stretch>
        </p:blipFill>
        <p:spPr>
          <a:xfrm>
            <a:off x="781812" y="2116836"/>
            <a:ext cx="210312" cy="210312"/>
          </a:xfrm>
          <a:prstGeom prst="rect">
            <a:avLst/>
          </a:prstGeom>
        </p:spPr>
      </p:pic>
      <p:sp>
        <p:nvSpPr>
          <p:cNvPr id="16" name="TextBox 15"/>
          <p:cNvSpPr txBox="1"/>
          <p:nvPr/>
        </p:nvSpPr>
        <p:spPr>
          <a:xfrm>
            <a:off x="1234440" y="1920240"/>
            <a:ext cx="2916935" cy="603504"/>
          </a:xfrm>
          <a:prstGeom prst="rect">
            <a:avLst/>
          </a:prstGeom>
          <a:noFill/>
        </p:spPr>
        <p:txBody>
          <a:bodyPr wrap="square" lIns="0" rIns="0" tIns="0" bIns="0" anchor="ctr">
            <a:spAutoFit/>
          </a:bodyPr>
          <a:lstStyle/>
          <a:p>
            <a:pPr algn="l"/>
            <a:r>
              <a:rPr sz="1700" b="0" i="0">
                <a:solidFill>
                  <a:schemeClr val="tx1"/>
                </a:solidFill>
              </a:rPr>
              <a:t>Publication counts</a:t>
            </a:r>
          </a:p>
        </p:txBody>
      </p:sp>
      <p:sp>
        <p:nvSpPr>
          <p:cNvPr id="17" name="Rounded Rectangle 16"/>
          <p:cNvSpPr/>
          <p:nvPr/>
        </p:nvSpPr>
        <p:spPr>
          <a:xfrm>
            <a:off x="512064" y="2670048"/>
            <a:ext cx="3749039" cy="603504"/>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con_FaChartColumn_circle"/>
          <p:cNvSpPr/>
          <p:nvPr/>
        </p:nvSpPr>
        <p:spPr>
          <a:xfrm>
            <a:off x="676656" y="2761488"/>
            <a:ext cx="420624" cy="42062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FaChartColumn_white.png"/>
          <p:cNvPicPr>
            <a:picLocks noChangeAspect="1"/>
          </p:cNvPicPr>
          <p:nvPr/>
        </p:nvPicPr>
        <p:blipFill>
          <a:blip r:embed="rId3"/>
          <a:stretch>
            <a:fillRect/>
          </a:stretch>
        </p:blipFill>
        <p:spPr>
          <a:xfrm>
            <a:off x="781812" y="2866644"/>
            <a:ext cx="210312" cy="210312"/>
          </a:xfrm>
          <a:prstGeom prst="rect">
            <a:avLst/>
          </a:prstGeom>
        </p:spPr>
      </p:pic>
      <p:sp>
        <p:nvSpPr>
          <p:cNvPr id="20" name="TextBox 19"/>
          <p:cNvSpPr txBox="1"/>
          <p:nvPr/>
        </p:nvSpPr>
        <p:spPr>
          <a:xfrm>
            <a:off x="1234440" y="2670048"/>
            <a:ext cx="2916935" cy="603504"/>
          </a:xfrm>
          <a:prstGeom prst="rect">
            <a:avLst/>
          </a:prstGeom>
          <a:noFill/>
        </p:spPr>
        <p:txBody>
          <a:bodyPr wrap="square" lIns="0" rIns="0" tIns="0" bIns="0" anchor="ctr">
            <a:spAutoFit/>
          </a:bodyPr>
          <a:lstStyle/>
          <a:p>
            <a:pPr algn="l"/>
            <a:r>
              <a:rPr sz="1700" b="0" i="0">
                <a:solidFill>
                  <a:schemeClr val="tx1"/>
                </a:solidFill>
              </a:rPr>
              <a:t>Journal placements</a:t>
            </a:r>
          </a:p>
        </p:txBody>
      </p:sp>
      <p:sp>
        <p:nvSpPr>
          <p:cNvPr id="21" name="Rounded Rectangle 20"/>
          <p:cNvSpPr/>
          <p:nvPr/>
        </p:nvSpPr>
        <p:spPr>
          <a:xfrm>
            <a:off x="512064" y="3419856"/>
            <a:ext cx="3749039" cy="603504"/>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con_FaChartColumn_circle"/>
          <p:cNvSpPr/>
          <p:nvPr/>
        </p:nvSpPr>
        <p:spPr>
          <a:xfrm>
            <a:off x="676656" y="3511296"/>
            <a:ext cx="420624" cy="42062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FaChartColumn_white.png"/>
          <p:cNvPicPr>
            <a:picLocks noChangeAspect="1"/>
          </p:cNvPicPr>
          <p:nvPr/>
        </p:nvPicPr>
        <p:blipFill>
          <a:blip r:embed="rId3"/>
          <a:stretch>
            <a:fillRect/>
          </a:stretch>
        </p:blipFill>
        <p:spPr>
          <a:xfrm>
            <a:off x="781812" y="3616452"/>
            <a:ext cx="210312" cy="210312"/>
          </a:xfrm>
          <a:prstGeom prst="rect">
            <a:avLst/>
          </a:prstGeom>
        </p:spPr>
      </p:pic>
      <p:sp>
        <p:nvSpPr>
          <p:cNvPr id="24" name="TextBox 23"/>
          <p:cNvSpPr txBox="1"/>
          <p:nvPr/>
        </p:nvSpPr>
        <p:spPr>
          <a:xfrm>
            <a:off x="1234440" y="3419856"/>
            <a:ext cx="2916935" cy="603504"/>
          </a:xfrm>
          <a:prstGeom prst="rect">
            <a:avLst/>
          </a:prstGeom>
          <a:noFill/>
        </p:spPr>
        <p:txBody>
          <a:bodyPr wrap="square" lIns="0" rIns="0" tIns="0" bIns="0" anchor="ctr">
            <a:spAutoFit/>
          </a:bodyPr>
          <a:lstStyle/>
          <a:p>
            <a:pPr algn="l"/>
            <a:r>
              <a:rPr sz="1700" b="0" i="0">
                <a:solidFill>
                  <a:schemeClr val="tx1"/>
                </a:solidFill>
              </a:rPr>
              <a:t>Citation metrics</a:t>
            </a:r>
          </a:p>
        </p:txBody>
      </p:sp>
      <p:sp>
        <p:nvSpPr>
          <p:cNvPr id="25" name="TextBox 24"/>
          <p:cNvSpPr txBox="1"/>
          <p:nvPr/>
        </p:nvSpPr>
        <p:spPr>
          <a:xfrm>
            <a:off x="512064" y="4251960"/>
            <a:ext cx="3749039" cy="685800"/>
          </a:xfrm>
          <a:prstGeom prst="rect">
            <a:avLst/>
          </a:prstGeom>
          <a:noFill/>
        </p:spPr>
        <p:txBody>
          <a:bodyPr wrap="square" lIns="0" rIns="0" tIns="0" bIns="0" anchor="t">
            <a:spAutoFit/>
          </a:bodyPr>
          <a:lstStyle/>
          <a:p>
            <a:pPr algn="l"/>
            <a:r>
              <a:rPr sz="1500" b="0" i="1">
                <a:solidFill>
                  <a:srgbClr val="5F5F5F"/>
                </a:solidFill>
              </a:rPr>
              <a:t>Proxies, used because reading everything doesn't scale.</a:t>
            </a:r>
          </a:p>
        </p:txBody>
      </p:sp>
      <p:cxnSp>
        <p:nvCxnSpPr>
          <p:cNvPr id="26" name="Connector 25"/>
          <p:cNvCxnSpPr/>
          <p:nvPr/>
        </p:nvCxnSpPr>
        <p:spPr>
          <a:xfrm>
            <a:off x="4434840" y="3017520"/>
            <a:ext cx="822960" cy="0"/>
          </a:xfrm>
          <a:prstGeom prst="line">
            <a:avLst/>
          </a:prstGeom>
          <a:ln w="38100">
            <a:solidFill>
              <a:schemeClr val="tx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5486400" y="1920240"/>
            <a:ext cx="6190488" cy="219456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806440" y="1920240"/>
            <a:ext cx="5577840" cy="2194560"/>
          </a:xfrm>
          <a:prstGeom prst="rect">
            <a:avLst/>
          </a:prstGeom>
          <a:noFill/>
        </p:spPr>
        <p:txBody>
          <a:bodyPr wrap="square" lIns="0" rIns="0" tIns="0" bIns="0" anchor="ctr">
            <a:spAutoFit/>
          </a:bodyPr>
          <a:lstStyle/>
          <a:p>
            <a:pPr algn="l"/>
            <a:r>
              <a:rPr sz="2100" b="1" i="0">
                <a:solidFill>
                  <a:schemeClr val="bg1"/>
                </a:solidFill>
              </a:rPr>
              <a:t>“A competent paper is no longer costly to generate, and a proxy stops measuring the moment the thing it measures gets cheap.”</a:t>
            </a:r>
          </a:p>
        </p:txBody>
      </p:sp>
      <p:sp>
        <p:nvSpPr>
          <p:cNvPr id="29" name="Rounded Rectangle 28"/>
          <p:cNvSpPr/>
          <p:nvPr/>
        </p:nvSpPr>
        <p:spPr>
          <a:xfrm>
            <a:off x="5486400" y="4343400"/>
            <a:ext cx="6190488" cy="13716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806440" y="4343400"/>
            <a:ext cx="5577840" cy="1371600"/>
          </a:xfrm>
          <a:prstGeom prst="rect">
            <a:avLst/>
          </a:prstGeom>
          <a:noFill/>
        </p:spPr>
        <p:txBody>
          <a:bodyPr wrap="square" lIns="0" rIns="0" tIns="0" bIns="0" anchor="ctr">
            <a:spAutoFit/>
          </a:bodyPr>
          <a:lstStyle/>
          <a:p>
            <a:pPr algn="l">
              <a:spcAft>
                <a:spcPts val="400"/>
              </a:spcAft>
            </a:pPr>
            <a:r>
              <a:rPr sz="1700" b="0" i="0">
                <a:solidFill>
                  <a:schemeClr val="tx1"/>
                </a:solidFill>
              </a:rPr>
              <a:t>Mechanical AI use isn't defection; it answers the incentive system correctly.</a:t>
            </a:r>
          </a:p>
          <a:p>
            <a:pPr algn="l">
              <a:spcAft>
                <a:spcPts val="400"/>
              </a:spcAft>
            </a:pPr>
            <a:r>
              <a:rPr sz="1700" b="0" i="0">
                <a:solidFill>
                  <a:schemeClr val="tx1"/>
                </a:solidFill>
              </a:rPr>
              <a:t>It's </a:t>
            </a:r>
            <a:r>
              <a:rPr sz="1700" b="1" i="0">
                <a:solidFill>
                  <a:schemeClr val="tx2"/>
                </a:solidFill>
              </a:rPr>
              <a:t>“an equilibrium,”</a:t>
            </a:r>
            <a:r>
              <a:rPr sz="1700" b="0" i="0">
                <a:solidFill>
                  <a:schemeClr val="tx1"/>
                </a:solidFill>
              </a:rPr>
              <a:t> not </a:t>
            </a:r>
            <a:r>
              <a:rPr sz="1700" b="1" i="0">
                <a:solidFill>
                  <a:schemeClr val="tx2"/>
                </a:solidFill>
              </a:rPr>
              <a:t>“a lapse.”</a:t>
            </a:r>
          </a:p>
        </p:txBody>
      </p:sp>
      <p:sp>
        <p:nvSpPr>
          <p:cNvPr id="31" name="source"/>
          <p:cNvSpPr txBox="1"/>
          <p:nvPr/>
        </p:nvSpPr>
        <p:spPr>
          <a:xfrm>
            <a:off x="512064" y="5833872"/>
            <a:ext cx="11164824" cy="274320"/>
          </a:xfrm>
          <a:prstGeom prst="rect">
            <a:avLst/>
          </a:prstGeom>
          <a:noFill/>
        </p:spPr>
        <p:txBody>
          <a:bodyPr wrap="square" lIns="0" rIns="0" tIns="0" bIns="0" anchor="b">
            <a:spAutoFit/>
          </a:bodyPr>
          <a:lstStyle/>
          <a:p>
            <a:pPr algn="l"/>
            <a:r>
              <a:rPr sz="1100" b="0" i="1">
                <a:solidFill>
                  <a:srgbClr val="5F5F5F"/>
                </a:solidFill>
              </a:rPr>
              <a:t>Chun (2026), The Suit Is Not the Scientist · yungchun.substack.com/p/the-suit-is-not-the-scientist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hard case is correct text</a:t>
            </a:r>
          </a:p>
        </p:txBody>
      </p:sp>
      <p:sp>
        <p:nvSpPr>
          <p:cNvPr id="3" name="Text Placeholder 2"/>
          <p:cNvSpPr>
            <a:spLocks noGrp="1"/>
          </p:cNvSpPr>
          <p:nvPr>
            <p:ph type="body" idx="12" sz="quarter"/>
          </p:nvPr>
        </p:nvSpPr>
        <p:spPr/>
        <p:txBody>
          <a:bodyPr/>
          <a:lstStyle/>
          <a:p>
            <a:r>
              <a:t>Detectors, disclosure forms, and watermarks aim at text that is false or borrowed</a:t>
            </a:r>
          </a:p>
        </p:txBody>
      </p:sp>
      <p:sp>
        <p:nvSpPr>
          <p:cNvPr id="4" name="Text Placeholder 3"/>
          <p:cNvSpPr>
            <a:spLocks noGrp="1"/>
          </p:cNvSpPr>
          <p:nvPr>
            <p:ph type="body" idx="14" sz="quarter"/>
          </p:nvPr>
        </p:nvSpPr>
        <p:spPr/>
        <p:txBody>
          <a:bodyPr/>
          <a:lstStyle/>
          <a:p>
            <a:r>
              <a:t>F · The argument (if time allows)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5445252" cy="1755648"/>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_FaDoorClosed_circle"/>
          <p:cNvSpPr/>
          <p:nvPr/>
        </p:nvSpPr>
        <p:spPr>
          <a:xfrm>
            <a:off x="786384" y="2176272"/>
            <a:ext cx="548640" cy="54864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DoorClosed_white.png"/>
          <p:cNvPicPr>
            <a:picLocks noChangeAspect="1"/>
          </p:cNvPicPr>
          <p:nvPr/>
        </p:nvPicPr>
        <p:blipFill>
          <a:blip r:embed="rId3"/>
          <a:stretch>
            <a:fillRect/>
          </a:stretch>
        </p:blipFill>
        <p:spPr>
          <a:xfrm>
            <a:off x="923544" y="2313432"/>
            <a:ext cx="274320" cy="274320"/>
          </a:xfrm>
          <a:prstGeom prst="rect">
            <a:avLst/>
          </a:prstGeom>
        </p:spPr>
      </p:pic>
      <p:sp>
        <p:nvSpPr>
          <p:cNvPr id="16" name="TextBox 15"/>
          <p:cNvSpPr txBox="1"/>
          <p:nvPr/>
        </p:nvSpPr>
        <p:spPr>
          <a:xfrm>
            <a:off x="1517904" y="2176272"/>
            <a:ext cx="4210812" cy="548640"/>
          </a:xfrm>
          <a:prstGeom prst="rect">
            <a:avLst/>
          </a:prstGeom>
          <a:noFill/>
        </p:spPr>
        <p:txBody>
          <a:bodyPr wrap="square" lIns="0" rIns="0" tIns="0" bIns="0" anchor="ctr">
            <a:spAutoFit/>
          </a:bodyPr>
          <a:lstStyle/>
          <a:p>
            <a:pPr algn="l"/>
            <a:r>
              <a:rPr sz="1900" b="1" i="0">
                <a:solidFill>
                  <a:schemeClr val="tx1"/>
                </a:solidFill>
              </a:rPr>
              <a:t>Searle (1980)</a:t>
            </a:r>
          </a:p>
        </p:txBody>
      </p:sp>
      <p:sp>
        <p:nvSpPr>
          <p:cNvPr id="17" name="TextBox 16"/>
          <p:cNvSpPr txBox="1"/>
          <p:nvPr/>
        </p:nvSpPr>
        <p:spPr>
          <a:xfrm>
            <a:off x="786384" y="2834640"/>
            <a:ext cx="4896612" cy="777240"/>
          </a:xfrm>
          <a:prstGeom prst="rect">
            <a:avLst/>
          </a:prstGeom>
          <a:noFill/>
        </p:spPr>
        <p:txBody>
          <a:bodyPr wrap="square" lIns="0" rIns="0" tIns="0" bIns="0" anchor="t">
            <a:spAutoFit/>
          </a:bodyPr>
          <a:lstStyle/>
          <a:p>
            <a:pPr algn="l"/>
            <a:r>
              <a:rPr sz="1500" b="0" i="0">
                <a:solidFill>
                  <a:schemeClr val="tx1"/>
                </a:solidFill>
              </a:rPr>
              <a:t>The Chinese Room's output is correct. The right symbols tell you nothing about whether anyone grasped why they were right.</a:t>
            </a:r>
          </a:p>
        </p:txBody>
      </p:sp>
      <p:sp>
        <p:nvSpPr>
          <p:cNvPr id="18" name="Rounded Rectangle 17"/>
          <p:cNvSpPr/>
          <p:nvPr/>
        </p:nvSpPr>
        <p:spPr>
          <a:xfrm>
            <a:off x="6231636" y="1920240"/>
            <a:ext cx="5445252" cy="1755648"/>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con_FaFileCircleCheck_circle"/>
          <p:cNvSpPr/>
          <p:nvPr/>
        </p:nvSpPr>
        <p:spPr>
          <a:xfrm>
            <a:off x="6505955" y="2176272"/>
            <a:ext cx="548640" cy="54864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FileCircleCheck_red.png"/>
          <p:cNvPicPr>
            <a:picLocks noChangeAspect="1"/>
          </p:cNvPicPr>
          <p:nvPr/>
        </p:nvPicPr>
        <p:blipFill>
          <a:blip r:embed="rId4"/>
          <a:stretch>
            <a:fillRect/>
          </a:stretch>
        </p:blipFill>
        <p:spPr>
          <a:xfrm>
            <a:off x="6643116" y="2313432"/>
            <a:ext cx="274320" cy="274320"/>
          </a:xfrm>
          <a:prstGeom prst="rect">
            <a:avLst/>
          </a:prstGeom>
        </p:spPr>
      </p:pic>
      <p:sp>
        <p:nvSpPr>
          <p:cNvPr id="21" name="TextBox 20"/>
          <p:cNvSpPr txBox="1"/>
          <p:nvPr/>
        </p:nvSpPr>
        <p:spPr>
          <a:xfrm>
            <a:off x="7237475" y="2176272"/>
            <a:ext cx="4210812" cy="548640"/>
          </a:xfrm>
          <a:prstGeom prst="rect">
            <a:avLst/>
          </a:prstGeom>
          <a:noFill/>
        </p:spPr>
        <p:txBody>
          <a:bodyPr wrap="square" lIns="0" rIns="0" tIns="0" bIns="0" anchor="ctr">
            <a:spAutoFit/>
          </a:bodyPr>
          <a:lstStyle/>
          <a:p>
            <a:pPr algn="l"/>
            <a:r>
              <a:rPr sz="1900" b="1" i="0">
                <a:solidFill>
                  <a:schemeClr val="bg1"/>
                </a:solidFill>
              </a:rPr>
              <a:t>The hard case</a:t>
            </a:r>
          </a:p>
        </p:txBody>
      </p:sp>
      <p:sp>
        <p:nvSpPr>
          <p:cNvPr id="22" name="TextBox 21"/>
          <p:cNvSpPr txBox="1"/>
          <p:nvPr/>
        </p:nvSpPr>
        <p:spPr>
          <a:xfrm>
            <a:off x="6505955" y="2834640"/>
            <a:ext cx="4896612" cy="777240"/>
          </a:xfrm>
          <a:prstGeom prst="rect">
            <a:avLst/>
          </a:prstGeom>
          <a:noFill/>
        </p:spPr>
        <p:txBody>
          <a:bodyPr wrap="square" lIns="0" rIns="0" tIns="0" bIns="0" anchor="t">
            <a:spAutoFit/>
          </a:bodyPr>
          <a:lstStyle/>
          <a:p>
            <a:pPr algn="l"/>
            <a:r>
              <a:rPr sz="1500" b="0" i="0">
                <a:solidFill>
                  <a:schemeClr val="bg1"/>
                </a:solidFill>
              </a:rPr>
              <a:t>Text that is “accurate, novel, well-evidenced, properly cited,” produced by a process that bypassed its author's grasp.</a:t>
            </a:r>
          </a:p>
        </p:txBody>
      </p:sp>
      <p:sp>
        <p:nvSpPr>
          <p:cNvPr id="23" name="Rounded Rectangle 22"/>
          <p:cNvSpPr/>
          <p:nvPr/>
        </p:nvSpPr>
        <p:spPr>
          <a:xfrm>
            <a:off x="512064" y="3858768"/>
            <a:ext cx="5445252" cy="1755648"/>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con_FaUserGraduate_circle"/>
          <p:cNvSpPr/>
          <p:nvPr/>
        </p:nvSpPr>
        <p:spPr>
          <a:xfrm>
            <a:off x="786384" y="4114800"/>
            <a:ext cx="548640" cy="54864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aUserGraduate_white.png"/>
          <p:cNvPicPr>
            <a:picLocks noChangeAspect="1"/>
          </p:cNvPicPr>
          <p:nvPr/>
        </p:nvPicPr>
        <p:blipFill>
          <a:blip r:embed="rId5"/>
          <a:stretch>
            <a:fillRect/>
          </a:stretch>
        </p:blipFill>
        <p:spPr>
          <a:xfrm>
            <a:off x="923544" y="4251960"/>
            <a:ext cx="274320" cy="274320"/>
          </a:xfrm>
          <a:prstGeom prst="rect">
            <a:avLst/>
          </a:prstGeom>
        </p:spPr>
      </p:pic>
      <p:sp>
        <p:nvSpPr>
          <p:cNvPr id="26" name="TextBox 25"/>
          <p:cNvSpPr txBox="1"/>
          <p:nvPr/>
        </p:nvSpPr>
        <p:spPr>
          <a:xfrm>
            <a:off x="1517904" y="4114800"/>
            <a:ext cx="4210812" cy="548640"/>
          </a:xfrm>
          <a:prstGeom prst="rect">
            <a:avLst/>
          </a:prstGeom>
          <a:noFill/>
        </p:spPr>
        <p:txBody>
          <a:bodyPr wrap="square" lIns="0" rIns="0" tIns="0" bIns="0" anchor="ctr">
            <a:spAutoFit/>
          </a:bodyPr>
          <a:lstStyle/>
          <a:p>
            <a:pPr algn="l"/>
            <a:r>
              <a:rPr sz="1900" b="1" i="0">
                <a:solidFill>
                  <a:schemeClr val="tx1"/>
                </a:solidFill>
              </a:rPr>
              <a:t>Fan et al. (2025)</a:t>
            </a:r>
          </a:p>
        </p:txBody>
      </p:sp>
      <p:sp>
        <p:nvSpPr>
          <p:cNvPr id="27" name="TextBox 26"/>
          <p:cNvSpPr txBox="1"/>
          <p:nvPr/>
        </p:nvSpPr>
        <p:spPr>
          <a:xfrm>
            <a:off x="786384" y="4773168"/>
            <a:ext cx="4896612" cy="777240"/>
          </a:xfrm>
          <a:prstGeom prst="rect">
            <a:avLst/>
          </a:prstGeom>
          <a:noFill/>
        </p:spPr>
        <p:txBody>
          <a:bodyPr wrap="square" lIns="0" rIns="0" tIns="0" bIns="0" anchor="t">
            <a:spAutoFit/>
          </a:bodyPr>
          <a:lstStyle/>
          <a:p>
            <a:pPr algn="l"/>
            <a:r>
              <a:rPr sz="1500" b="0" i="0">
                <a:solidFill>
                  <a:schemeClr val="tx1"/>
                </a:solidFill>
              </a:rPr>
              <a:t>Better essays, no greater gain in knowledge or transfer: “metacognitive laziness.”</a:t>
            </a:r>
          </a:p>
        </p:txBody>
      </p:sp>
      <p:sp>
        <p:nvSpPr>
          <p:cNvPr id="28" name="Rounded Rectangle 27"/>
          <p:cNvSpPr/>
          <p:nvPr/>
        </p:nvSpPr>
        <p:spPr>
          <a:xfrm>
            <a:off x="6231636" y="3858768"/>
            <a:ext cx="5445252" cy="1755648"/>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icon_FaRuler_circle"/>
          <p:cNvSpPr/>
          <p:nvPr/>
        </p:nvSpPr>
        <p:spPr>
          <a:xfrm>
            <a:off x="6505955" y="4114800"/>
            <a:ext cx="548640" cy="54864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FaRuler_white.png"/>
          <p:cNvPicPr>
            <a:picLocks noChangeAspect="1"/>
          </p:cNvPicPr>
          <p:nvPr/>
        </p:nvPicPr>
        <p:blipFill>
          <a:blip r:embed="rId6"/>
          <a:stretch>
            <a:fillRect/>
          </a:stretch>
        </p:blipFill>
        <p:spPr>
          <a:xfrm>
            <a:off x="6643116" y="4251960"/>
            <a:ext cx="274320" cy="274320"/>
          </a:xfrm>
          <a:prstGeom prst="rect">
            <a:avLst/>
          </a:prstGeom>
        </p:spPr>
      </p:pic>
      <p:sp>
        <p:nvSpPr>
          <p:cNvPr id="31" name="TextBox 30"/>
          <p:cNvSpPr txBox="1"/>
          <p:nvPr/>
        </p:nvSpPr>
        <p:spPr>
          <a:xfrm>
            <a:off x="7237475" y="4114800"/>
            <a:ext cx="4210812" cy="548640"/>
          </a:xfrm>
          <a:prstGeom prst="rect">
            <a:avLst/>
          </a:prstGeom>
          <a:noFill/>
        </p:spPr>
        <p:txBody>
          <a:bodyPr wrap="square" lIns="0" rIns="0" tIns="0" bIns="0" anchor="ctr">
            <a:spAutoFit/>
          </a:bodyPr>
          <a:lstStyle/>
          <a:p>
            <a:pPr algn="l"/>
            <a:r>
              <a:rPr sz="1900" b="1" i="0">
                <a:solidFill>
                  <a:schemeClr val="tx1"/>
                </a:solidFill>
              </a:rPr>
              <a:t>Dawson et al. (2024)</a:t>
            </a:r>
          </a:p>
        </p:txBody>
      </p:sp>
      <p:sp>
        <p:nvSpPr>
          <p:cNvPr id="32" name="TextBox 31"/>
          <p:cNvSpPr txBox="1"/>
          <p:nvPr/>
        </p:nvSpPr>
        <p:spPr>
          <a:xfrm>
            <a:off x="6505955" y="4773168"/>
            <a:ext cx="4896612" cy="777240"/>
          </a:xfrm>
          <a:prstGeom prst="rect">
            <a:avLst/>
          </a:prstGeom>
          <a:noFill/>
        </p:spPr>
        <p:txBody>
          <a:bodyPr wrap="square" lIns="0" rIns="0" tIns="0" bIns="0" anchor="t">
            <a:spAutoFit/>
          </a:bodyPr>
          <a:lstStyle/>
          <a:p>
            <a:pPr algn="l"/>
            <a:r>
              <a:rPr sz="1500" b="0" i="0">
                <a:solidFill>
                  <a:schemeClr val="tx1"/>
                </a:solidFill>
              </a:rPr>
              <a:t>Validity matters more than cheating. It is a measurement problem, not an integrity problem.</a:t>
            </a:r>
          </a:p>
        </p:txBody>
      </p:sp>
      <p:sp>
        <p:nvSpPr>
          <p:cNvPr id="33" name="source"/>
          <p:cNvSpPr txBox="1"/>
          <p:nvPr/>
        </p:nvSpPr>
        <p:spPr>
          <a:xfrm>
            <a:off x="512064" y="5833872"/>
            <a:ext cx="11164824" cy="274320"/>
          </a:xfrm>
          <a:prstGeom prst="rect">
            <a:avLst/>
          </a:prstGeom>
          <a:noFill/>
        </p:spPr>
        <p:txBody>
          <a:bodyPr wrap="square" lIns="0" rIns="0" tIns="0" bIns="0" anchor="b">
            <a:spAutoFit/>
          </a:bodyPr>
          <a:lstStyle/>
          <a:p>
            <a:pPr algn="l"/>
            <a:r>
              <a:rPr sz="1100" b="0" i="1">
                <a:solidFill>
                  <a:srgbClr val="5F5F5F"/>
                </a:solidFill>
              </a:rPr>
              <a:t>Searle (1980), Behavioral and Brain Sciences · Fan et al. (2025), BJET · Dawson et al. (2024), Assessment &amp; Evaluation in Higher Education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Demand what can be demanded</a:t>
            </a:r>
          </a:p>
        </p:txBody>
      </p:sp>
      <p:sp>
        <p:nvSpPr>
          <p:cNvPr id="3" name="Text Placeholder 2"/>
          <p:cNvSpPr>
            <a:spLocks noGrp="1"/>
          </p:cNvSpPr>
          <p:nvPr>
            <p:ph type="body" idx="12" sz="quarter"/>
          </p:nvPr>
        </p:nvSpPr>
        <p:spPr/>
        <p:txBody>
          <a:bodyPr/>
          <a:lstStyle/>
          <a:p>
            <a:r>
              <a:t>Understanding can't be read off a page. Responsibility can be required</a:t>
            </a:r>
          </a:p>
        </p:txBody>
      </p:sp>
      <p:sp>
        <p:nvSpPr>
          <p:cNvPr id="4" name="Text Placeholder 3"/>
          <p:cNvSpPr>
            <a:spLocks noGrp="1"/>
          </p:cNvSpPr>
          <p:nvPr>
            <p:ph type="body" idx="14" sz="quarter"/>
          </p:nvPr>
        </p:nvSpPr>
        <p:spPr/>
        <p:txBody>
          <a:bodyPr/>
          <a:lstStyle/>
          <a:p>
            <a:r>
              <a:t>F · The argument (if time allows)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5445252" cy="16002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32104" y="2103120"/>
            <a:ext cx="4846320" cy="365760"/>
          </a:xfrm>
          <a:prstGeom prst="rect">
            <a:avLst/>
          </a:prstGeom>
          <a:noFill/>
        </p:spPr>
        <p:txBody>
          <a:bodyPr wrap="square" lIns="0" rIns="0" tIns="0" bIns="0" anchor="t">
            <a:spAutoFit/>
          </a:bodyPr>
          <a:lstStyle/>
          <a:p>
            <a:pPr algn="l"/>
            <a:r>
              <a:rPr sz="1900" b="1" i="0">
                <a:solidFill>
                  <a:schemeClr val="tx1"/>
                </a:solidFill>
              </a:rPr>
              <a:t>Understanding is internal</a:t>
            </a:r>
          </a:p>
        </p:txBody>
      </p:sp>
      <p:sp>
        <p:nvSpPr>
          <p:cNvPr id="15" name="TextBox 14"/>
          <p:cNvSpPr txBox="1"/>
          <p:nvPr/>
        </p:nvSpPr>
        <p:spPr>
          <a:xfrm>
            <a:off x="832104" y="2560320"/>
            <a:ext cx="4846320" cy="868680"/>
          </a:xfrm>
          <a:prstGeom prst="rect">
            <a:avLst/>
          </a:prstGeom>
          <a:noFill/>
        </p:spPr>
        <p:txBody>
          <a:bodyPr wrap="square" lIns="0" rIns="0" tIns="0" bIns="0" anchor="t">
            <a:spAutoFit/>
          </a:bodyPr>
          <a:lstStyle/>
          <a:p>
            <a:pPr algn="l"/>
            <a:r>
              <a:rPr sz="1600" b="0" i="0">
                <a:solidFill>
                  <a:schemeClr val="tx1"/>
                </a:solidFill>
              </a:rPr>
              <a:t>We inferred it from texts, and “that instrument is the one that broke.”</a:t>
            </a:r>
          </a:p>
        </p:txBody>
      </p:sp>
      <p:sp>
        <p:nvSpPr>
          <p:cNvPr id="16" name="Rounded Rectangle 15"/>
          <p:cNvSpPr/>
          <p:nvPr/>
        </p:nvSpPr>
        <p:spPr>
          <a:xfrm>
            <a:off x="6231636" y="1920240"/>
            <a:ext cx="5445252" cy="1600200"/>
          </a:xfrm>
          <a:prstGeom prst="roundRect">
            <a:avLst>
              <a:gd name="adj" fmla="val 8000"/>
            </a:avLst>
          </a:prstGeom>
          <a:solidFill>
            <a:srgbClr val="F6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37960" y="2103120"/>
            <a:ext cx="4846320" cy="365760"/>
          </a:xfrm>
          <a:prstGeom prst="rect">
            <a:avLst/>
          </a:prstGeom>
          <a:noFill/>
        </p:spPr>
        <p:txBody>
          <a:bodyPr wrap="square" lIns="0" rIns="0" tIns="0" bIns="0" anchor="t">
            <a:spAutoFit/>
          </a:bodyPr>
          <a:lstStyle/>
          <a:p>
            <a:pPr algn="l"/>
            <a:r>
              <a:rPr sz="1900" b="1" i="0">
                <a:solidFill>
                  <a:schemeClr val="tx2"/>
                </a:solidFill>
              </a:rPr>
              <a:t>Responsibility is a relation</a:t>
            </a:r>
          </a:p>
        </p:txBody>
      </p:sp>
      <p:sp>
        <p:nvSpPr>
          <p:cNvPr id="18" name="TextBox 17"/>
          <p:cNvSpPr txBox="1"/>
          <p:nvPr/>
        </p:nvSpPr>
        <p:spPr>
          <a:xfrm>
            <a:off x="6537960" y="2560320"/>
            <a:ext cx="4846320" cy="868680"/>
          </a:xfrm>
          <a:prstGeom prst="rect">
            <a:avLst/>
          </a:prstGeom>
          <a:noFill/>
        </p:spPr>
        <p:txBody>
          <a:bodyPr wrap="square" lIns="0" rIns="0" tIns="0" bIns="0" anchor="t">
            <a:spAutoFit/>
          </a:bodyPr>
          <a:lstStyle/>
          <a:p>
            <a:pPr algn="l"/>
            <a:r>
              <a:rPr sz="1600" b="0" i="0">
                <a:solidFill>
                  <a:schemeClr val="tx1"/>
                </a:solidFill>
              </a:rPr>
              <a:t>between a person and a claim, and “an institution can demand it without inspecting anybody's mind.”</a:t>
            </a:r>
          </a:p>
        </p:txBody>
      </p:sp>
      <p:sp>
        <p:nvSpPr>
          <p:cNvPr id="19" name="Rounded Rectangle 18"/>
          <p:cNvSpPr/>
          <p:nvPr/>
        </p:nvSpPr>
        <p:spPr>
          <a:xfrm>
            <a:off x="512064" y="3749039"/>
            <a:ext cx="3538728" cy="160020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86384" y="3931920"/>
            <a:ext cx="502920" cy="50292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6384" y="3931920"/>
            <a:ext cx="502920" cy="502920"/>
          </a:xfrm>
          <a:prstGeom prst="rect">
            <a:avLst/>
          </a:prstGeom>
          <a:noFill/>
        </p:spPr>
        <p:txBody>
          <a:bodyPr wrap="square" lIns="0" rIns="0" tIns="0" bIns="0" anchor="ctr">
            <a:spAutoFit/>
          </a:bodyPr>
          <a:lstStyle/>
          <a:p>
            <a:pPr algn="ctr"/>
            <a:r>
              <a:rPr sz="1800" b="1" i="0">
                <a:solidFill>
                  <a:schemeClr val="tx2"/>
                </a:solidFill>
              </a:rPr>
              <a:t>1</a:t>
            </a:r>
          </a:p>
        </p:txBody>
      </p:sp>
      <p:sp>
        <p:nvSpPr>
          <p:cNvPr id="22" name="TextBox 21"/>
          <p:cNvSpPr txBox="1"/>
          <p:nvPr/>
        </p:nvSpPr>
        <p:spPr>
          <a:xfrm>
            <a:off x="1426464" y="3931920"/>
            <a:ext cx="2441448" cy="502920"/>
          </a:xfrm>
          <a:prstGeom prst="rect">
            <a:avLst/>
          </a:prstGeom>
          <a:noFill/>
        </p:spPr>
        <p:txBody>
          <a:bodyPr wrap="square" lIns="0" rIns="0" tIns="0" bIns="0" anchor="ctr">
            <a:spAutoFit/>
          </a:bodyPr>
          <a:lstStyle/>
          <a:p>
            <a:pPr algn="l"/>
            <a:r>
              <a:rPr sz="1800" b="1" i="0">
                <a:solidFill>
                  <a:schemeClr val="bg1"/>
                </a:solidFill>
              </a:rPr>
              <a:t>Contribution statements</a:t>
            </a:r>
          </a:p>
        </p:txBody>
      </p:sp>
      <p:sp>
        <p:nvSpPr>
          <p:cNvPr id="23" name="TextBox 22"/>
          <p:cNvSpPr txBox="1"/>
          <p:nvPr/>
        </p:nvSpPr>
        <p:spPr>
          <a:xfrm>
            <a:off x="786384" y="4572000"/>
            <a:ext cx="2990088" cy="731520"/>
          </a:xfrm>
          <a:prstGeom prst="rect">
            <a:avLst/>
          </a:prstGeom>
          <a:noFill/>
        </p:spPr>
        <p:txBody>
          <a:bodyPr wrap="square" lIns="0" rIns="0" tIns="0" bIns="0" anchor="t">
            <a:spAutoFit/>
          </a:bodyPr>
          <a:lstStyle/>
          <a:p>
            <a:pPr algn="l"/>
            <a:r>
              <a:rPr sz="1600" b="0" i="0">
                <a:solidFill>
                  <a:schemeClr val="bg1"/>
                </a:solidFill>
              </a:rPr>
              <a:t>what the author did, what the machine did</a:t>
            </a:r>
          </a:p>
        </p:txBody>
      </p:sp>
      <p:sp>
        <p:nvSpPr>
          <p:cNvPr id="24" name="Rounded Rectangle 23"/>
          <p:cNvSpPr/>
          <p:nvPr/>
        </p:nvSpPr>
        <p:spPr>
          <a:xfrm>
            <a:off x="4325112" y="3749039"/>
            <a:ext cx="3538728" cy="16002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4599432" y="3931920"/>
            <a:ext cx="502920" cy="5029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599432" y="3931920"/>
            <a:ext cx="502920" cy="502920"/>
          </a:xfrm>
          <a:prstGeom prst="rect">
            <a:avLst/>
          </a:prstGeom>
          <a:noFill/>
        </p:spPr>
        <p:txBody>
          <a:bodyPr wrap="square" lIns="0" rIns="0" tIns="0" bIns="0" anchor="ctr">
            <a:spAutoFit/>
          </a:bodyPr>
          <a:lstStyle/>
          <a:p>
            <a:pPr algn="ctr"/>
            <a:r>
              <a:rPr sz="1800" b="1" i="0">
                <a:solidFill>
                  <a:schemeClr val="bg1"/>
                </a:solidFill>
              </a:rPr>
              <a:t>2</a:t>
            </a:r>
          </a:p>
        </p:txBody>
      </p:sp>
      <p:sp>
        <p:nvSpPr>
          <p:cNvPr id="27" name="TextBox 26"/>
          <p:cNvSpPr txBox="1"/>
          <p:nvPr/>
        </p:nvSpPr>
        <p:spPr>
          <a:xfrm>
            <a:off x="5239512" y="3931920"/>
            <a:ext cx="2441448" cy="502920"/>
          </a:xfrm>
          <a:prstGeom prst="rect">
            <a:avLst/>
          </a:prstGeom>
          <a:noFill/>
        </p:spPr>
        <p:txBody>
          <a:bodyPr wrap="square" lIns="0" rIns="0" tIns="0" bIns="0" anchor="ctr">
            <a:spAutoFit/>
          </a:bodyPr>
          <a:lstStyle/>
          <a:p>
            <a:pPr algn="l"/>
            <a:r>
              <a:rPr sz="1800" b="1" i="0">
                <a:solidFill>
                  <a:schemeClr val="tx1"/>
                </a:solidFill>
              </a:rPr>
              <a:t>Readable dossiers</a:t>
            </a:r>
          </a:p>
        </p:txBody>
      </p:sp>
      <p:sp>
        <p:nvSpPr>
          <p:cNvPr id="28" name="TextBox 27"/>
          <p:cNvSpPr txBox="1"/>
          <p:nvPr/>
        </p:nvSpPr>
        <p:spPr>
          <a:xfrm>
            <a:off x="4599432" y="4572000"/>
            <a:ext cx="2990088" cy="731520"/>
          </a:xfrm>
          <a:prstGeom prst="rect">
            <a:avLst/>
          </a:prstGeom>
          <a:noFill/>
        </p:spPr>
        <p:txBody>
          <a:bodyPr wrap="square" lIns="0" rIns="0" tIns="0" bIns="0" anchor="t">
            <a:spAutoFit/>
          </a:bodyPr>
          <a:lstStyle/>
          <a:p>
            <a:pPr algn="l"/>
            <a:r>
              <a:rPr sz="1600" b="0" i="0">
                <a:solidFill>
                  <a:schemeClr val="tx1"/>
                </a:solidFill>
              </a:rPr>
              <a:t>“so that judgment replaces counting”</a:t>
            </a:r>
          </a:p>
        </p:txBody>
      </p:sp>
      <p:sp>
        <p:nvSpPr>
          <p:cNvPr id="29" name="Rounded Rectangle 28"/>
          <p:cNvSpPr/>
          <p:nvPr/>
        </p:nvSpPr>
        <p:spPr>
          <a:xfrm>
            <a:off x="8138160" y="3749039"/>
            <a:ext cx="3538728" cy="16002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8412480" y="3931920"/>
            <a:ext cx="502920" cy="5029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412480" y="3931920"/>
            <a:ext cx="502920" cy="502920"/>
          </a:xfrm>
          <a:prstGeom prst="rect">
            <a:avLst/>
          </a:prstGeom>
          <a:noFill/>
        </p:spPr>
        <p:txBody>
          <a:bodyPr wrap="square" lIns="0" rIns="0" tIns="0" bIns="0" anchor="ctr">
            <a:spAutoFit/>
          </a:bodyPr>
          <a:lstStyle/>
          <a:p>
            <a:pPr algn="ctr"/>
            <a:r>
              <a:rPr sz="1800" b="1" i="0">
                <a:solidFill>
                  <a:schemeClr val="bg1"/>
                </a:solidFill>
              </a:rPr>
              <a:t>3</a:t>
            </a:r>
          </a:p>
        </p:txBody>
      </p:sp>
      <p:sp>
        <p:nvSpPr>
          <p:cNvPr id="32" name="TextBox 31"/>
          <p:cNvSpPr txBox="1"/>
          <p:nvPr/>
        </p:nvSpPr>
        <p:spPr>
          <a:xfrm>
            <a:off x="9052560" y="3931920"/>
            <a:ext cx="2441448" cy="502920"/>
          </a:xfrm>
          <a:prstGeom prst="rect">
            <a:avLst/>
          </a:prstGeom>
          <a:noFill/>
        </p:spPr>
        <p:txBody>
          <a:bodyPr wrap="square" lIns="0" rIns="0" tIns="0" bIns="0" anchor="ctr">
            <a:spAutoFit/>
          </a:bodyPr>
          <a:lstStyle/>
          <a:p>
            <a:pPr algn="l"/>
            <a:r>
              <a:rPr sz="1800" b="1" i="0">
                <a:solidFill>
                  <a:schemeClr val="tx1"/>
                </a:solidFill>
              </a:rPr>
              <a:t>Burden on the signer</a:t>
            </a:r>
          </a:p>
        </p:txBody>
      </p:sp>
      <p:sp>
        <p:nvSpPr>
          <p:cNvPr id="33" name="TextBox 32"/>
          <p:cNvSpPr txBox="1"/>
          <p:nvPr/>
        </p:nvSpPr>
        <p:spPr>
          <a:xfrm>
            <a:off x="8412480" y="4572000"/>
            <a:ext cx="2990088" cy="731520"/>
          </a:xfrm>
          <a:prstGeom prst="rect">
            <a:avLst/>
          </a:prstGeom>
          <a:noFill/>
        </p:spPr>
        <p:txBody>
          <a:bodyPr wrap="square" lIns="0" rIns="0" tIns="0" bIns="0" anchor="t">
            <a:spAutoFit/>
          </a:bodyPr>
          <a:lstStyle/>
          <a:p>
            <a:pPr algn="l"/>
            <a:r>
              <a:rPr sz="1600" b="0" i="0">
                <a:solidFill>
                  <a:schemeClr val="tx1"/>
                </a:solidFill>
              </a:rPr>
              <a:t>when a claim is challenged</a:t>
            </a:r>
          </a:p>
        </p:txBody>
      </p:sp>
      <p:sp>
        <p:nvSpPr>
          <p:cNvPr id="34" name="TextBox 33"/>
          <p:cNvSpPr txBox="1"/>
          <p:nvPr/>
        </p:nvSpPr>
        <p:spPr>
          <a:xfrm>
            <a:off x="512064" y="5486400"/>
            <a:ext cx="11164824" cy="365760"/>
          </a:xfrm>
          <a:prstGeom prst="rect">
            <a:avLst/>
          </a:prstGeom>
          <a:noFill/>
        </p:spPr>
        <p:txBody>
          <a:bodyPr wrap="square" lIns="0" rIns="0" tIns="0" bIns="0" anchor="t">
            <a:spAutoFit/>
          </a:bodyPr>
          <a:lstStyle/>
          <a:p>
            <a:pPr algn="l"/>
            <a:r>
              <a:rPr sz="1500" b="0" i="1">
                <a:solidFill>
                  <a:schemeClr val="accent1"/>
                </a:solidFill>
              </a:rPr>
              <a:t>“None of that measures anyone's grasp. All of it is enforceable.”  Number 1 is what we just practiced (Slide 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“I am Iron Man”</a:t>
            </a:r>
          </a:p>
        </p:txBody>
      </p:sp>
      <p:sp>
        <p:nvSpPr>
          <p:cNvPr id="3" name="TextBox 2"/>
          <p:cNvSpPr txBox="1"/>
          <p:nvPr/>
        </p:nvSpPr>
        <p:spPr>
          <a:xfrm>
            <a:off x="6172200" y="914400"/>
            <a:ext cx="5486400" cy="822960"/>
          </a:xfrm>
          <a:prstGeom prst="rect">
            <a:avLst/>
          </a:prstGeom>
          <a:noFill/>
        </p:spPr>
        <p:txBody>
          <a:bodyPr wrap="square" lIns="0" rIns="0" tIns="0" bIns="0" anchor="t">
            <a:spAutoFit/>
          </a:bodyPr>
          <a:lstStyle/>
          <a:p>
            <a:pPr algn="l"/>
            <a:r>
              <a:rPr sz="1800" b="1" i="0">
                <a:solidFill>
                  <a:schemeClr val="bg1"/>
                </a:solidFill>
              </a:rPr>
              <a:t>Said twice, eleven years apart:</a:t>
            </a:r>
          </a:p>
        </p:txBody>
      </p:sp>
      <p:sp>
        <p:nvSpPr>
          <p:cNvPr id="4" name="Oval 3"/>
          <p:cNvSpPr/>
          <p:nvPr/>
        </p:nvSpPr>
        <p:spPr>
          <a:xfrm>
            <a:off x="6172200" y="1554480"/>
            <a:ext cx="457200" cy="4572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172200" y="1554480"/>
            <a:ext cx="457200" cy="457200"/>
          </a:xfrm>
          <a:prstGeom prst="rect">
            <a:avLst/>
          </a:prstGeom>
          <a:noFill/>
        </p:spPr>
        <p:txBody>
          <a:bodyPr wrap="square" lIns="0" rIns="0" tIns="0" bIns="0" anchor="ctr">
            <a:spAutoFit/>
          </a:bodyPr>
          <a:lstStyle/>
          <a:p>
            <a:pPr algn="ctr"/>
            <a:r>
              <a:rPr sz="1600" b="1" i="0">
                <a:solidFill>
                  <a:schemeClr val="tx2"/>
                </a:solidFill>
              </a:rPr>
              <a:t>1</a:t>
            </a:r>
          </a:p>
        </p:txBody>
      </p:sp>
      <p:sp>
        <p:nvSpPr>
          <p:cNvPr id="6" name="TextBox 5"/>
          <p:cNvSpPr txBox="1"/>
          <p:nvPr/>
        </p:nvSpPr>
        <p:spPr>
          <a:xfrm>
            <a:off x="6812280" y="1508760"/>
            <a:ext cx="4846320" cy="548640"/>
          </a:xfrm>
          <a:prstGeom prst="rect">
            <a:avLst/>
          </a:prstGeom>
          <a:noFill/>
        </p:spPr>
        <p:txBody>
          <a:bodyPr wrap="square" lIns="0" rIns="0" tIns="0" bIns="0" anchor="ctr">
            <a:spAutoFit/>
          </a:bodyPr>
          <a:lstStyle/>
          <a:p>
            <a:pPr algn="l"/>
            <a:r>
              <a:rPr sz="1700" b="1" i="0">
                <a:solidFill>
                  <a:schemeClr val="bg1"/>
                </a:solidFill>
              </a:rPr>
              <a:t>First, at the podium: </a:t>
            </a:r>
            <a:r>
              <a:rPr sz="1700" b="0" i="0">
                <a:solidFill>
                  <a:schemeClr val="bg1"/>
                </a:solidFill>
              </a:rPr>
              <a:t>a claim about location</a:t>
            </a:r>
          </a:p>
        </p:txBody>
      </p:sp>
      <p:sp>
        <p:nvSpPr>
          <p:cNvPr id="7" name="Oval 6"/>
          <p:cNvSpPr/>
          <p:nvPr/>
        </p:nvSpPr>
        <p:spPr>
          <a:xfrm>
            <a:off x="6172200" y="2331720"/>
            <a:ext cx="457200" cy="4572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172200" y="2331720"/>
            <a:ext cx="457200" cy="457200"/>
          </a:xfrm>
          <a:prstGeom prst="rect">
            <a:avLst/>
          </a:prstGeom>
          <a:noFill/>
        </p:spPr>
        <p:txBody>
          <a:bodyPr wrap="square" lIns="0" rIns="0" tIns="0" bIns="0" anchor="ctr">
            <a:spAutoFit/>
          </a:bodyPr>
          <a:lstStyle/>
          <a:p>
            <a:pPr algn="ctr"/>
            <a:r>
              <a:rPr sz="1600" b="1" i="0">
                <a:solidFill>
                  <a:schemeClr val="tx2"/>
                </a:solidFill>
              </a:rPr>
              <a:t>2</a:t>
            </a:r>
          </a:p>
        </p:txBody>
      </p:sp>
      <p:sp>
        <p:nvSpPr>
          <p:cNvPr id="9" name="TextBox 8"/>
          <p:cNvSpPr txBox="1"/>
          <p:nvPr/>
        </p:nvSpPr>
        <p:spPr>
          <a:xfrm>
            <a:off x="6812280" y="2286000"/>
            <a:ext cx="4846320" cy="548640"/>
          </a:xfrm>
          <a:prstGeom prst="rect">
            <a:avLst/>
          </a:prstGeom>
          <a:noFill/>
        </p:spPr>
        <p:txBody>
          <a:bodyPr wrap="square" lIns="0" rIns="0" tIns="0" bIns="0" anchor="ctr">
            <a:spAutoFit/>
          </a:bodyPr>
          <a:lstStyle/>
          <a:p>
            <a:pPr algn="l"/>
            <a:r>
              <a:rPr sz="1700" b="1" i="0">
                <a:solidFill>
                  <a:schemeClr val="bg1"/>
                </a:solidFill>
              </a:rPr>
              <a:t>Last, at the end of Endgame: </a:t>
            </a:r>
            <a:r>
              <a:rPr sz="1700" b="0" i="0">
                <a:solidFill>
                  <a:schemeClr val="bg1"/>
                </a:solidFill>
              </a:rPr>
              <a:t>a claim about responsibility</a:t>
            </a:r>
          </a:p>
        </p:txBody>
      </p:sp>
      <p:sp>
        <p:nvSpPr>
          <p:cNvPr id="10" name="TextBox 9"/>
          <p:cNvSpPr txBox="1"/>
          <p:nvPr/>
        </p:nvSpPr>
        <p:spPr>
          <a:xfrm>
            <a:off x="6172200" y="3246120"/>
            <a:ext cx="5486400" cy="1463040"/>
          </a:xfrm>
          <a:prstGeom prst="rect">
            <a:avLst/>
          </a:prstGeom>
          <a:noFill/>
        </p:spPr>
        <p:txBody>
          <a:bodyPr wrap="square" lIns="0" rIns="0" tIns="0" bIns="0" anchor="t">
            <a:spAutoFit/>
          </a:bodyPr>
          <a:lstStyle/>
          <a:p>
            <a:pPr algn="l"/>
            <a:r>
              <a:rPr sz="2100" b="1" i="1">
                <a:solidFill>
                  <a:schemeClr val="bg1"/>
                </a:solidFill>
              </a:rPr>
              <a:t>“The first claim is the one we can no longer read off a page. The second is the one we can still demand.”</a:t>
            </a:r>
          </a:p>
        </p:txBody>
      </p:sp>
      <p:sp>
        <p:nvSpPr>
          <p:cNvPr id="11" name="TextBox 10"/>
          <p:cNvSpPr txBox="1"/>
          <p:nvPr/>
        </p:nvSpPr>
        <p:spPr>
          <a:xfrm>
            <a:off x="6172200" y="4846320"/>
            <a:ext cx="5486400" cy="365760"/>
          </a:xfrm>
          <a:prstGeom prst="rect">
            <a:avLst/>
          </a:prstGeom>
          <a:noFill/>
        </p:spPr>
        <p:txBody>
          <a:bodyPr wrap="square" lIns="0" rIns="0" tIns="0" bIns="0" anchor="t">
            <a:spAutoFit/>
          </a:bodyPr>
          <a:lstStyle/>
          <a:p>
            <a:pPr algn="l"/>
            <a:r>
              <a:rPr sz="1400" b="0" i="0">
                <a:solidFill>
                  <a:schemeClr val="bg1"/>
                </a:solidFill>
              </a:rPr>
              <a:t>Chun (2026) · yungchun.substack.com</a:t>
            </a:r>
          </a:p>
        </p:txBody>
      </p:sp>
      <p:sp>
        <p:nvSpPr>
          <p:cNvPr id="12" name="TextBox 11"/>
          <p:cNvSpPr txBox="1"/>
          <p:nvPr/>
        </p:nvSpPr>
        <p:spPr>
          <a:xfrm>
            <a:off x="6172200" y="5349240"/>
            <a:ext cx="5486400" cy="548640"/>
          </a:xfrm>
          <a:prstGeom prst="rect">
            <a:avLst/>
          </a:prstGeom>
          <a:noFill/>
        </p:spPr>
        <p:txBody>
          <a:bodyPr wrap="square" lIns="0" rIns="0" tIns="0" bIns="0" anchor="t">
            <a:spAutoFit/>
          </a:bodyPr>
          <a:lstStyle/>
          <a:p>
            <a:pPr algn="l"/>
            <a:r>
              <a:rPr sz="2800" b="1" i="0">
                <a:solidFill>
                  <a:schemeClr val="bg1"/>
                </a:solidFill>
              </a:rPr>
              <a:t>Questions?</a:t>
            </a:r>
          </a:p>
        </p:txBody>
      </p:sp>
    </p:spTree>
  </p:cSld>
  <p:clrMapOvr>
    <a:masterClrMapping/>
  </p:clrMapOvr>
</p:sld>
</file>

<file path=ppt/theme/theme1.xml><?xml version="1.0" encoding="utf-8"?>
<a:theme xmlns:a="http://schemas.openxmlformats.org/drawingml/2006/main" name="Office Theme">
  <a:themeElements>
    <a:clrScheme name="WashU Medicine">
      <a:dk1>
        <a:srgbClr val="000000"/>
      </a:dk1>
      <a:lt1>
        <a:srgbClr val="FFFFFF"/>
      </a:lt1>
      <a:dk2>
        <a:srgbClr val="BA0C2F"/>
      </a:dk2>
      <a:lt2>
        <a:srgbClr val="F5F2EE"/>
      </a:lt2>
      <a:accent1>
        <a:srgbClr val="971B2F"/>
      </a:accent1>
      <a:accent2>
        <a:srgbClr val="D9D9D6"/>
      </a:accent2>
      <a:accent3>
        <a:srgbClr val="215732"/>
      </a:accent3>
      <a:accent4>
        <a:srgbClr val="B5E3D8"/>
      </a:accent4>
      <a:accent5>
        <a:srgbClr val="13322B"/>
      </a:accent5>
      <a:accent6>
        <a:srgbClr val="007D8A"/>
      </a:accent6>
      <a:hlink>
        <a:srgbClr val="BA0C2F"/>
      </a:hlink>
      <a:folHlink>
        <a:srgbClr val="BA0C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accent1"/>
          </a:solidFill>
        </a:ln>
      </a:spPr>
      <a:bodyPr/>
      <a:lstStyle/>
      <a:style>
        <a:lnRef idx="1">
          <a:schemeClr val="accent6"/>
        </a:lnRef>
        <a:fillRef idx="0">
          <a:schemeClr val="accent6"/>
        </a:fillRef>
        <a:effectRef idx="0">
          <a:schemeClr val="accent6"/>
        </a:effectRef>
        <a:fontRef idx="minor">
          <a:schemeClr val="tx1"/>
        </a:fontRef>
      </a:style>
    </a:lnDef>
  </a:objectDefaults>
  <a:extraClrSchemeLst/>
  <a:custClrLst>
    <a:custClr name="WashU Green">
      <a:srgbClr val="215732"/>
    </a:custClr>
    <a:custClr name="Dark Green">
      <a:srgbClr val="13322B"/>
    </a:custClr>
    <a:custClr name="Coral">
      <a:srgbClr val="FF6D6A"/>
    </a:custClr>
    <a:custClr name="Custom Color 4">
      <a:srgbClr val="F1B434"/>
    </a:custClr>
    <a:custClr name="Teal">
      <a:srgbClr val="007D8A"/>
    </a:custClr>
    <a:custClr name="Mint">
      <a:srgbClr val="B5E3D8"/>
    </a:custClr>
    <a:custClr name="Gray">
      <a:srgbClr val="D9D9D6"/>
    </a:custClr>
  </a:custClrLst>
  <a:extLst>
    <a:ext uri="{05A4C25C-085E-4340-85A3-A5531E510DB2}">
      <thm15:themeFamily xmlns:thm15="http://schemas.microsoft.com/office/thememl/2012/main" name="Office Theme" id="{67E72386-5798-4EAD-80CA-990DB467CECF}" vid="{42220F3D-D07F-48BC-873E-53EDB36425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14349</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Georgia</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default</dc:creator>
  <cp:lastModifiedBy>Chun, Yung</cp:lastModifiedBy>
  <cp:revision>679</cp:revision>
  <dcterms:created xsi:type="dcterms:W3CDTF">2013-07-09T17:46:55Z</dcterms:created>
  <dcterms:modified xsi:type="dcterms:W3CDTF">2025-09-25T16:12:24Z</dcterms:modified>
</cp:coreProperties>
</file>